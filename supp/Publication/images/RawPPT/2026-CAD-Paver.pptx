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72" r:id="rId2"/>
  </p:sldIdLst>
  <p:sldSz cx="122396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3"/>
    <p:restoredTop sz="94674"/>
  </p:normalViewPr>
  <p:slideViewPr>
    <p:cSldViewPr snapToGrid="0">
      <p:cViewPr>
        <p:scale>
          <a:sx n="41" d="100"/>
          <a:sy n="41" d="100"/>
        </p:scale>
        <p:origin x="4024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55BC4-9B31-BB49-84D7-7BFF9652093C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4863" y="1143000"/>
            <a:ext cx="5248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E93FC-F6E9-6F47-8E21-416528677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3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78222"/>
            <a:ext cx="9179719" cy="2506427"/>
          </a:xfrm>
        </p:spPr>
        <p:txBody>
          <a:bodyPr anchor="b"/>
          <a:lstStyle>
            <a:lvl1pPr algn="ctr"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781306"/>
            <a:ext cx="9179719" cy="1738167"/>
          </a:xfrm>
        </p:spPr>
        <p:txBody>
          <a:bodyPr/>
          <a:lstStyle>
            <a:lvl1pPr marL="0" indent="0" algn="ctr">
              <a:buNone/>
              <a:defRPr sz="2409"/>
            </a:lvl1pPr>
            <a:lvl2pPr marL="458983" indent="0" algn="ctr">
              <a:buNone/>
              <a:defRPr sz="2008"/>
            </a:lvl2pPr>
            <a:lvl3pPr marL="917966" indent="0" algn="ctr">
              <a:buNone/>
              <a:defRPr sz="1807"/>
            </a:lvl3pPr>
            <a:lvl4pPr marL="1376949" indent="0" algn="ctr">
              <a:buNone/>
              <a:defRPr sz="1606"/>
            </a:lvl4pPr>
            <a:lvl5pPr marL="1835932" indent="0" algn="ctr">
              <a:buNone/>
              <a:defRPr sz="1606"/>
            </a:lvl5pPr>
            <a:lvl6pPr marL="2294915" indent="0" algn="ctr">
              <a:buNone/>
              <a:defRPr sz="1606"/>
            </a:lvl6pPr>
            <a:lvl7pPr marL="2753898" indent="0" algn="ctr">
              <a:buNone/>
              <a:defRPr sz="1606"/>
            </a:lvl7pPr>
            <a:lvl8pPr marL="3212882" indent="0" algn="ctr">
              <a:buNone/>
              <a:defRPr sz="1606"/>
            </a:lvl8pPr>
            <a:lvl9pPr marL="3671865" indent="0" algn="ctr">
              <a:buNone/>
              <a:defRPr sz="160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9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94830"/>
            <a:ext cx="10556677" cy="2994714"/>
          </a:xfrm>
        </p:spPr>
        <p:txBody>
          <a:bodyPr anchor="b"/>
          <a:lstStyle>
            <a:lvl1pPr>
              <a:defRPr sz="602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817875"/>
            <a:ext cx="10556677" cy="1574849"/>
          </a:xfrm>
        </p:spPr>
        <p:txBody>
          <a:bodyPr/>
          <a:lstStyle>
            <a:lvl1pPr marL="0" indent="0">
              <a:buNone/>
              <a:defRPr sz="2409">
                <a:solidFill>
                  <a:schemeClr val="tx1">
                    <a:tint val="75000"/>
                  </a:schemeClr>
                </a:solidFill>
              </a:defRPr>
            </a:lvl1pPr>
            <a:lvl2pPr marL="458983" indent="0">
              <a:buNone/>
              <a:defRPr sz="2008">
                <a:solidFill>
                  <a:schemeClr val="tx1">
                    <a:tint val="75000"/>
                  </a:schemeClr>
                </a:solidFill>
              </a:defRPr>
            </a:lvl2pPr>
            <a:lvl3pPr marL="917966" indent="0">
              <a:buNone/>
              <a:defRPr sz="1807">
                <a:solidFill>
                  <a:schemeClr val="tx1">
                    <a:tint val="75000"/>
                  </a:schemeClr>
                </a:solidFill>
              </a:defRPr>
            </a:lvl3pPr>
            <a:lvl4pPr marL="1376949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4pPr>
            <a:lvl5pPr marL="183593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5pPr>
            <a:lvl6pPr marL="229491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6pPr>
            <a:lvl7pPr marL="2753898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7pPr>
            <a:lvl8pPr marL="3212882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8pPr>
            <a:lvl9pPr marL="3671865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16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916484"/>
            <a:ext cx="520184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6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83297"/>
            <a:ext cx="10556677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764832"/>
            <a:ext cx="51779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629749"/>
            <a:ext cx="51779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764832"/>
            <a:ext cx="5203435" cy="864917"/>
          </a:xfrm>
        </p:spPr>
        <p:txBody>
          <a:bodyPr anchor="b"/>
          <a:lstStyle>
            <a:lvl1pPr marL="0" indent="0">
              <a:buNone/>
              <a:defRPr sz="2409" b="1"/>
            </a:lvl1pPr>
            <a:lvl2pPr marL="458983" indent="0">
              <a:buNone/>
              <a:defRPr sz="2008" b="1"/>
            </a:lvl2pPr>
            <a:lvl3pPr marL="917966" indent="0">
              <a:buNone/>
              <a:defRPr sz="1807" b="1"/>
            </a:lvl3pPr>
            <a:lvl4pPr marL="1376949" indent="0">
              <a:buNone/>
              <a:defRPr sz="1606" b="1"/>
            </a:lvl4pPr>
            <a:lvl5pPr marL="1835932" indent="0">
              <a:buNone/>
              <a:defRPr sz="1606" b="1"/>
            </a:lvl5pPr>
            <a:lvl6pPr marL="2294915" indent="0">
              <a:buNone/>
              <a:defRPr sz="1606" b="1"/>
            </a:lvl6pPr>
            <a:lvl7pPr marL="2753898" indent="0">
              <a:buNone/>
              <a:defRPr sz="1606" b="1"/>
            </a:lvl7pPr>
            <a:lvl8pPr marL="3212882" indent="0">
              <a:buNone/>
              <a:defRPr sz="1606" b="1"/>
            </a:lvl8pPr>
            <a:lvl9pPr marL="3671865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629749"/>
            <a:ext cx="520343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2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41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3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036569"/>
            <a:ext cx="6196310" cy="5116178"/>
          </a:xfrm>
        </p:spPr>
        <p:txBody>
          <a:bodyPr/>
          <a:lstStyle>
            <a:lvl1pPr>
              <a:defRPr sz="3212"/>
            </a:lvl1pPr>
            <a:lvl2pPr>
              <a:defRPr sz="2811"/>
            </a:lvl2pPr>
            <a:lvl3pPr>
              <a:defRPr sz="2409"/>
            </a:lvl3pPr>
            <a:lvl4pPr>
              <a:defRPr sz="2008"/>
            </a:lvl4pPr>
            <a:lvl5pPr>
              <a:defRPr sz="2008"/>
            </a:lvl5pPr>
            <a:lvl6pPr>
              <a:defRPr sz="2008"/>
            </a:lvl6pPr>
            <a:lvl7pPr>
              <a:defRPr sz="2008"/>
            </a:lvl7pPr>
            <a:lvl8pPr>
              <a:defRPr sz="2008"/>
            </a:lvl8pPr>
            <a:lvl9pPr>
              <a:defRPr sz="200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0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79954"/>
            <a:ext cx="3947597" cy="1679840"/>
          </a:xfrm>
        </p:spPr>
        <p:txBody>
          <a:bodyPr anchor="b"/>
          <a:lstStyle>
            <a:lvl1pPr>
              <a:defRPr sz="32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036569"/>
            <a:ext cx="6196310" cy="5116178"/>
          </a:xfrm>
        </p:spPr>
        <p:txBody>
          <a:bodyPr anchor="t"/>
          <a:lstStyle>
            <a:lvl1pPr marL="0" indent="0">
              <a:buNone/>
              <a:defRPr sz="3212"/>
            </a:lvl1pPr>
            <a:lvl2pPr marL="458983" indent="0">
              <a:buNone/>
              <a:defRPr sz="2811"/>
            </a:lvl2pPr>
            <a:lvl3pPr marL="917966" indent="0">
              <a:buNone/>
              <a:defRPr sz="2409"/>
            </a:lvl3pPr>
            <a:lvl4pPr marL="1376949" indent="0">
              <a:buNone/>
              <a:defRPr sz="2008"/>
            </a:lvl4pPr>
            <a:lvl5pPr marL="1835932" indent="0">
              <a:buNone/>
              <a:defRPr sz="2008"/>
            </a:lvl5pPr>
            <a:lvl6pPr marL="2294915" indent="0">
              <a:buNone/>
              <a:defRPr sz="2008"/>
            </a:lvl6pPr>
            <a:lvl7pPr marL="2753898" indent="0">
              <a:buNone/>
              <a:defRPr sz="2008"/>
            </a:lvl7pPr>
            <a:lvl8pPr marL="3212882" indent="0">
              <a:buNone/>
              <a:defRPr sz="2008"/>
            </a:lvl8pPr>
            <a:lvl9pPr marL="3671865" indent="0">
              <a:buNone/>
              <a:defRPr sz="2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159794"/>
            <a:ext cx="3947597" cy="4001285"/>
          </a:xfrm>
        </p:spPr>
        <p:txBody>
          <a:bodyPr/>
          <a:lstStyle>
            <a:lvl1pPr marL="0" indent="0">
              <a:buNone/>
              <a:defRPr sz="1606"/>
            </a:lvl1pPr>
            <a:lvl2pPr marL="458983" indent="0">
              <a:buNone/>
              <a:defRPr sz="1405"/>
            </a:lvl2pPr>
            <a:lvl3pPr marL="917966" indent="0">
              <a:buNone/>
              <a:defRPr sz="1205"/>
            </a:lvl3pPr>
            <a:lvl4pPr marL="1376949" indent="0">
              <a:buNone/>
              <a:defRPr sz="1004"/>
            </a:lvl4pPr>
            <a:lvl5pPr marL="1835932" indent="0">
              <a:buNone/>
              <a:defRPr sz="1004"/>
            </a:lvl5pPr>
            <a:lvl6pPr marL="2294915" indent="0">
              <a:buNone/>
              <a:defRPr sz="1004"/>
            </a:lvl6pPr>
            <a:lvl7pPr marL="2753898" indent="0">
              <a:buNone/>
              <a:defRPr sz="1004"/>
            </a:lvl7pPr>
            <a:lvl8pPr marL="3212882" indent="0">
              <a:buNone/>
              <a:defRPr sz="1004"/>
            </a:lvl8pPr>
            <a:lvl9pPr marL="3671865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0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83297"/>
            <a:ext cx="2639169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83297"/>
            <a:ext cx="7764512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9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83297"/>
            <a:ext cx="1055667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916484"/>
            <a:ext cx="1055667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EB8E-2718-4465-8CCF-70A494D0B418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672697"/>
            <a:ext cx="413087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672697"/>
            <a:ext cx="275391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95FB0-C31F-4C60-8BEF-9BA4DF8B45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3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7966" rtl="0" eaLnBrk="1" latinLnBrk="0" hangingPunct="1">
        <a:lnSpc>
          <a:spcPct val="90000"/>
        </a:lnSpc>
        <a:spcBef>
          <a:spcPct val="0"/>
        </a:spcBef>
        <a:buNone/>
        <a:defRPr sz="4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492" indent="-229492" algn="l" defTabSz="917966" rtl="0" eaLnBrk="1" latinLnBrk="0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2811" kern="1200">
          <a:solidFill>
            <a:schemeClr val="tx1"/>
          </a:solidFill>
          <a:latin typeface="+mn-lt"/>
          <a:ea typeface="+mn-ea"/>
          <a:cs typeface="+mn-cs"/>
        </a:defRPr>
      </a:lvl1pPr>
      <a:lvl2pPr marL="688475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409" kern="1200">
          <a:solidFill>
            <a:schemeClr val="tx1"/>
          </a:solidFill>
          <a:latin typeface="+mn-lt"/>
          <a:ea typeface="+mn-ea"/>
          <a:cs typeface="+mn-cs"/>
        </a:defRPr>
      </a:lvl2pPr>
      <a:lvl3pPr marL="1147458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008" kern="1200">
          <a:solidFill>
            <a:schemeClr val="tx1"/>
          </a:solidFill>
          <a:latin typeface="+mn-lt"/>
          <a:ea typeface="+mn-ea"/>
          <a:cs typeface="+mn-cs"/>
        </a:defRPr>
      </a:lvl3pPr>
      <a:lvl4pPr marL="1606441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2065424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524407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983390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442373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901356" indent="-229492" algn="l" defTabSz="917966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8983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7966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6949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593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9491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53898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12882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71865" algn="l" defTabSz="917966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C9F105-4F71-F631-A98F-9ACCF2CEC2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8518" r="8209" b="8457"/>
          <a:stretch/>
        </p:blipFill>
        <p:spPr>
          <a:xfrm>
            <a:off x="-1" y="0"/>
            <a:ext cx="12239626" cy="71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382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</vt:lpstr>
      <vt:lpstr>PowerPoint Presentation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Song Peng</cp:lastModifiedBy>
  <cp:revision>83</cp:revision>
  <dcterms:created xsi:type="dcterms:W3CDTF">2017-08-04T08:27:17Z</dcterms:created>
  <dcterms:modified xsi:type="dcterms:W3CDTF">2026-01-24T01:32:45Z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2022-04-26T23:24:14Z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3bde9778-518b-4c10-9768-959abfc32648</vt:lpwstr>
  </property>
  <property fmtid="{D5CDD505-2E9C-101B-9397-08002B2CF9AE}" pid="8" name="MSIP_Label_be298231-ee28-4c9e-9ffa-238d0040efda_ContentBits">
    <vt:lpwstr>0</vt:lpwstr>
  </property>
</Properties>
</file>