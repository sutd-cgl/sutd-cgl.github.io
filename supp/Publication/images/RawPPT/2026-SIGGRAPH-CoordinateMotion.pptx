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63" r:id="rId2"/>
  </p:sldIdLst>
  <p:sldSz cx="12239625" cy="7199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8247"/>
    <a:srgbClr val="AD70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14"/>
    <p:restoredTop sz="94674"/>
  </p:normalViewPr>
  <p:slideViewPr>
    <p:cSldViewPr snapToGrid="0">
      <p:cViewPr varScale="1">
        <p:scale>
          <a:sx n="107" d="100"/>
          <a:sy n="107" d="100"/>
        </p:scale>
        <p:origin x="200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9953" y="1178222"/>
            <a:ext cx="9179719" cy="2506427"/>
          </a:xfrm>
        </p:spPr>
        <p:txBody>
          <a:bodyPr anchor="b"/>
          <a:lstStyle>
            <a:lvl1pPr algn="ctr">
              <a:defRPr sz="602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9953" y="3781306"/>
            <a:ext cx="9179719" cy="1738167"/>
          </a:xfrm>
        </p:spPr>
        <p:txBody>
          <a:bodyPr/>
          <a:lstStyle>
            <a:lvl1pPr marL="0" indent="0" algn="ctr">
              <a:buNone/>
              <a:defRPr sz="2409"/>
            </a:lvl1pPr>
            <a:lvl2pPr marL="458983" indent="0" algn="ctr">
              <a:buNone/>
              <a:defRPr sz="2008"/>
            </a:lvl2pPr>
            <a:lvl3pPr marL="917966" indent="0" algn="ctr">
              <a:buNone/>
              <a:defRPr sz="1807"/>
            </a:lvl3pPr>
            <a:lvl4pPr marL="1376949" indent="0" algn="ctr">
              <a:buNone/>
              <a:defRPr sz="1606"/>
            </a:lvl4pPr>
            <a:lvl5pPr marL="1835932" indent="0" algn="ctr">
              <a:buNone/>
              <a:defRPr sz="1606"/>
            </a:lvl5pPr>
            <a:lvl6pPr marL="2294915" indent="0" algn="ctr">
              <a:buNone/>
              <a:defRPr sz="1606"/>
            </a:lvl6pPr>
            <a:lvl7pPr marL="2753898" indent="0" algn="ctr">
              <a:buNone/>
              <a:defRPr sz="1606"/>
            </a:lvl7pPr>
            <a:lvl8pPr marL="3212882" indent="0" algn="ctr">
              <a:buNone/>
              <a:defRPr sz="1606"/>
            </a:lvl8pPr>
            <a:lvl9pPr marL="3671865" indent="0" algn="ctr">
              <a:buNone/>
              <a:defRPr sz="1606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FEB8E-2718-4465-8CCF-70A494D0B418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95FB0-C31F-4C60-8BEF-9BA4DF8B45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26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FEB8E-2718-4465-8CCF-70A494D0B418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95FB0-C31F-4C60-8BEF-9BA4DF8B45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4799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5099" y="1794830"/>
            <a:ext cx="10556677" cy="2994714"/>
          </a:xfrm>
        </p:spPr>
        <p:txBody>
          <a:bodyPr anchor="b"/>
          <a:lstStyle>
            <a:lvl1pPr>
              <a:defRPr sz="602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5099" y="4817875"/>
            <a:ext cx="10556677" cy="1574849"/>
          </a:xfrm>
        </p:spPr>
        <p:txBody>
          <a:bodyPr/>
          <a:lstStyle>
            <a:lvl1pPr marL="0" indent="0">
              <a:buNone/>
              <a:defRPr sz="2409">
                <a:solidFill>
                  <a:schemeClr val="tx1">
                    <a:tint val="75000"/>
                  </a:schemeClr>
                </a:solidFill>
              </a:defRPr>
            </a:lvl1pPr>
            <a:lvl2pPr marL="458983" indent="0">
              <a:buNone/>
              <a:defRPr sz="2008">
                <a:solidFill>
                  <a:schemeClr val="tx1">
                    <a:tint val="75000"/>
                  </a:schemeClr>
                </a:solidFill>
              </a:defRPr>
            </a:lvl2pPr>
            <a:lvl3pPr marL="917966" indent="0">
              <a:buNone/>
              <a:defRPr sz="1807">
                <a:solidFill>
                  <a:schemeClr val="tx1">
                    <a:tint val="75000"/>
                  </a:schemeClr>
                </a:solidFill>
              </a:defRPr>
            </a:lvl3pPr>
            <a:lvl4pPr marL="1376949" indent="0">
              <a:buNone/>
              <a:defRPr sz="1606">
                <a:solidFill>
                  <a:schemeClr val="tx1">
                    <a:tint val="75000"/>
                  </a:schemeClr>
                </a:solidFill>
              </a:defRPr>
            </a:lvl4pPr>
            <a:lvl5pPr marL="1835932" indent="0">
              <a:buNone/>
              <a:defRPr sz="1606">
                <a:solidFill>
                  <a:schemeClr val="tx1">
                    <a:tint val="75000"/>
                  </a:schemeClr>
                </a:solidFill>
              </a:defRPr>
            </a:lvl5pPr>
            <a:lvl6pPr marL="2294915" indent="0">
              <a:buNone/>
              <a:defRPr sz="1606">
                <a:solidFill>
                  <a:schemeClr val="tx1">
                    <a:tint val="75000"/>
                  </a:schemeClr>
                </a:solidFill>
              </a:defRPr>
            </a:lvl6pPr>
            <a:lvl7pPr marL="2753898" indent="0">
              <a:buNone/>
              <a:defRPr sz="1606">
                <a:solidFill>
                  <a:schemeClr val="tx1">
                    <a:tint val="75000"/>
                  </a:schemeClr>
                </a:solidFill>
              </a:defRPr>
            </a:lvl7pPr>
            <a:lvl8pPr marL="3212882" indent="0">
              <a:buNone/>
              <a:defRPr sz="1606">
                <a:solidFill>
                  <a:schemeClr val="tx1">
                    <a:tint val="75000"/>
                  </a:schemeClr>
                </a:solidFill>
              </a:defRPr>
            </a:lvl8pPr>
            <a:lvl9pPr marL="3671865" indent="0">
              <a:buNone/>
              <a:defRPr sz="16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FEB8E-2718-4465-8CCF-70A494D0B418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95FB0-C31F-4C60-8BEF-9BA4DF8B45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9163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1474" y="1916484"/>
            <a:ext cx="5201841" cy="456789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6310" y="1916484"/>
            <a:ext cx="5201841" cy="456789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FEB8E-2718-4465-8CCF-70A494D0B418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95FB0-C31F-4C60-8BEF-9BA4DF8B45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3762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068" y="383297"/>
            <a:ext cx="10556677" cy="139153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3069" y="1764832"/>
            <a:ext cx="5177935" cy="864917"/>
          </a:xfrm>
        </p:spPr>
        <p:txBody>
          <a:bodyPr anchor="b"/>
          <a:lstStyle>
            <a:lvl1pPr marL="0" indent="0">
              <a:buNone/>
              <a:defRPr sz="2409" b="1"/>
            </a:lvl1pPr>
            <a:lvl2pPr marL="458983" indent="0">
              <a:buNone/>
              <a:defRPr sz="2008" b="1"/>
            </a:lvl2pPr>
            <a:lvl3pPr marL="917966" indent="0">
              <a:buNone/>
              <a:defRPr sz="1807" b="1"/>
            </a:lvl3pPr>
            <a:lvl4pPr marL="1376949" indent="0">
              <a:buNone/>
              <a:defRPr sz="1606" b="1"/>
            </a:lvl4pPr>
            <a:lvl5pPr marL="1835932" indent="0">
              <a:buNone/>
              <a:defRPr sz="1606" b="1"/>
            </a:lvl5pPr>
            <a:lvl6pPr marL="2294915" indent="0">
              <a:buNone/>
              <a:defRPr sz="1606" b="1"/>
            </a:lvl6pPr>
            <a:lvl7pPr marL="2753898" indent="0">
              <a:buNone/>
              <a:defRPr sz="1606" b="1"/>
            </a:lvl7pPr>
            <a:lvl8pPr marL="3212882" indent="0">
              <a:buNone/>
              <a:defRPr sz="1606" b="1"/>
            </a:lvl8pPr>
            <a:lvl9pPr marL="3671865" indent="0">
              <a:buNone/>
              <a:defRPr sz="1606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3069" y="2629749"/>
            <a:ext cx="5177935" cy="386796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6310" y="1764832"/>
            <a:ext cx="5203435" cy="864917"/>
          </a:xfrm>
        </p:spPr>
        <p:txBody>
          <a:bodyPr anchor="b"/>
          <a:lstStyle>
            <a:lvl1pPr marL="0" indent="0">
              <a:buNone/>
              <a:defRPr sz="2409" b="1"/>
            </a:lvl1pPr>
            <a:lvl2pPr marL="458983" indent="0">
              <a:buNone/>
              <a:defRPr sz="2008" b="1"/>
            </a:lvl2pPr>
            <a:lvl3pPr marL="917966" indent="0">
              <a:buNone/>
              <a:defRPr sz="1807" b="1"/>
            </a:lvl3pPr>
            <a:lvl4pPr marL="1376949" indent="0">
              <a:buNone/>
              <a:defRPr sz="1606" b="1"/>
            </a:lvl4pPr>
            <a:lvl5pPr marL="1835932" indent="0">
              <a:buNone/>
              <a:defRPr sz="1606" b="1"/>
            </a:lvl5pPr>
            <a:lvl6pPr marL="2294915" indent="0">
              <a:buNone/>
              <a:defRPr sz="1606" b="1"/>
            </a:lvl6pPr>
            <a:lvl7pPr marL="2753898" indent="0">
              <a:buNone/>
              <a:defRPr sz="1606" b="1"/>
            </a:lvl7pPr>
            <a:lvl8pPr marL="3212882" indent="0">
              <a:buNone/>
              <a:defRPr sz="1606" b="1"/>
            </a:lvl8pPr>
            <a:lvl9pPr marL="3671865" indent="0">
              <a:buNone/>
              <a:defRPr sz="1606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6310" y="2629749"/>
            <a:ext cx="5203435" cy="386796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FEB8E-2718-4465-8CCF-70A494D0B418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95FB0-C31F-4C60-8BEF-9BA4DF8B45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6320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FEB8E-2718-4465-8CCF-70A494D0B418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95FB0-C31F-4C60-8BEF-9BA4DF8B45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1412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FEB8E-2718-4465-8CCF-70A494D0B418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95FB0-C31F-4C60-8BEF-9BA4DF8B45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0333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069" y="479954"/>
            <a:ext cx="3947597" cy="1679840"/>
          </a:xfrm>
        </p:spPr>
        <p:txBody>
          <a:bodyPr anchor="b"/>
          <a:lstStyle>
            <a:lvl1pPr>
              <a:defRPr sz="321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3435" y="1036569"/>
            <a:ext cx="6196310" cy="5116178"/>
          </a:xfrm>
        </p:spPr>
        <p:txBody>
          <a:bodyPr/>
          <a:lstStyle>
            <a:lvl1pPr>
              <a:defRPr sz="3212"/>
            </a:lvl1pPr>
            <a:lvl2pPr>
              <a:defRPr sz="2811"/>
            </a:lvl2pPr>
            <a:lvl3pPr>
              <a:defRPr sz="2409"/>
            </a:lvl3pPr>
            <a:lvl4pPr>
              <a:defRPr sz="2008"/>
            </a:lvl4pPr>
            <a:lvl5pPr>
              <a:defRPr sz="2008"/>
            </a:lvl5pPr>
            <a:lvl6pPr>
              <a:defRPr sz="2008"/>
            </a:lvl6pPr>
            <a:lvl7pPr>
              <a:defRPr sz="2008"/>
            </a:lvl7pPr>
            <a:lvl8pPr>
              <a:defRPr sz="2008"/>
            </a:lvl8pPr>
            <a:lvl9pPr>
              <a:defRPr sz="2008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3069" y="2159794"/>
            <a:ext cx="3947597" cy="4001285"/>
          </a:xfrm>
        </p:spPr>
        <p:txBody>
          <a:bodyPr/>
          <a:lstStyle>
            <a:lvl1pPr marL="0" indent="0">
              <a:buNone/>
              <a:defRPr sz="1606"/>
            </a:lvl1pPr>
            <a:lvl2pPr marL="458983" indent="0">
              <a:buNone/>
              <a:defRPr sz="1405"/>
            </a:lvl2pPr>
            <a:lvl3pPr marL="917966" indent="0">
              <a:buNone/>
              <a:defRPr sz="1205"/>
            </a:lvl3pPr>
            <a:lvl4pPr marL="1376949" indent="0">
              <a:buNone/>
              <a:defRPr sz="1004"/>
            </a:lvl4pPr>
            <a:lvl5pPr marL="1835932" indent="0">
              <a:buNone/>
              <a:defRPr sz="1004"/>
            </a:lvl5pPr>
            <a:lvl6pPr marL="2294915" indent="0">
              <a:buNone/>
              <a:defRPr sz="1004"/>
            </a:lvl6pPr>
            <a:lvl7pPr marL="2753898" indent="0">
              <a:buNone/>
              <a:defRPr sz="1004"/>
            </a:lvl7pPr>
            <a:lvl8pPr marL="3212882" indent="0">
              <a:buNone/>
              <a:defRPr sz="1004"/>
            </a:lvl8pPr>
            <a:lvl9pPr marL="3671865" indent="0">
              <a:buNone/>
              <a:defRPr sz="100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FEB8E-2718-4465-8CCF-70A494D0B418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95FB0-C31F-4C60-8BEF-9BA4DF8B45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8809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069" y="479954"/>
            <a:ext cx="3947597" cy="1679840"/>
          </a:xfrm>
        </p:spPr>
        <p:txBody>
          <a:bodyPr anchor="b"/>
          <a:lstStyle>
            <a:lvl1pPr>
              <a:defRPr sz="321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03435" y="1036569"/>
            <a:ext cx="6196310" cy="5116178"/>
          </a:xfrm>
        </p:spPr>
        <p:txBody>
          <a:bodyPr anchor="t"/>
          <a:lstStyle>
            <a:lvl1pPr marL="0" indent="0">
              <a:buNone/>
              <a:defRPr sz="3212"/>
            </a:lvl1pPr>
            <a:lvl2pPr marL="458983" indent="0">
              <a:buNone/>
              <a:defRPr sz="2811"/>
            </a:lvl2pPr>
            <a:lvl3pPr marL="917966" indent="0">
              <a:buNone/>
              <a:defRPr sz="2409"/>
            </a:lvl3pPr>
            <a:lvl4pPr marL="1376949" indent="0">
              <a:buNone/>
              <a:defRPr sz="2008"/>
            </a:lvl4pPr>
            <a:lvl5pPr marL="1835932" indent="0">
              <a:buNone/>
              <a:defRPr sz="2008"/>
            </a:lvl5pPr>
            <a:lvl6pPr marL="2294915" indent="0">
              <a:buNone/>
              <a:defRPr sz="2008"/>
            </a:lvl6pPr>
            <a:lvl7pPr marL="2753898" indent="0">
              <a:buNone/>
              <a:defRPr sz="2008"/>
            </a:lvl7pPr>
            <a:lvl8pPr marL="3212882" indent="0">
              <a:buNone/>
              <a:defRPr sz="2008"/>
            </a:lvl8pPr>
            <a:lvl9pPr marL="3671865" indent="0">
              <a:buNone/>
              <a:defRPr sz="2008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3069" y="2159794"/>
            <a:ext cx="3947597" cy="4001285"/>
          </a:xfrm>
        </p:spPr>
        <p:txBody>
          <a:bodyPr/>
          <a:lstStyle>
            <a:lvl1pPr marL="0" indent="0">
              <a:buNone/>
              <a:defRPr sz="1606"/>
            </a:lvl1pPr>
            <a:lvl2pPr marL="458983" indent="0">
              <a:buNone/>
              <a:defRPr sz="1405"/>
            </a:lvl2pPr>
            <a:lvl3pPr marL="917966" indent="0">
              <a:buNone/>
              <a:defRPr sz="1205"/>
            </a:lvl3pPr>
            <a:lvl4pPr marL="1376949" indent="0">
              <a:buNone/>
              <a:defRPr sz="1004"/>
            </a:lvl4pPr>
            <a:lvl5pPr marL="1835932" indent="0">
              <a:buNone/>
              <a:defRPr sz="1004"/>
            </a:lvl5pPr>
            <a:lvl6pPr marL="2294915" indent="0">
              <a:buNone/>
              <a:defRPr sz="1004"/>
            </a:lvl6pPr>
            <a:lvl7pPr marL="2753898" indent="0">
              <a:buNone/>
              <a:defRPr sz="1004"/>
            </a:lvl7pPr>
            <a:lvl8pPr marL="3212882" indent="0">
              <a:buNone/>
              <a:defRPr sz="1004"/>
            </a:lvl8pPr>
            <a:lvl9pPr marL="3671865" indent="0">
              <a:buNone/>
              <a:defRPr sz="100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FEB8E-2718-4465-8CCF-70A494D0B418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95FB0-C31F-4C60-8BEF-9BA4DF8B45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5109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FEB8E-2718-4465-8CCF-70A494D0B418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95FB0-C31F-4C60-8BEF-9BA4DF8B45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01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58982" y="383297"/>
            <a:ext cx="2639169" cy="610108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41474" y="383297"/>
            <a:ext cx="7764512" cy="610108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FEB8E-2718-4465-8CCF-70A494D0B418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95FB0-C31F-4C60-8BEF-9BA4DF8B45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6392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1474" y="383297"/>
            <a:ext cx="10556677" cy="1391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474" y="1916484"/>
            <a:ext cx="10556677" cy="4567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1474" y="6672697"/>
            <a:ext cx="2753916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6FEB8E-2718-4465-8CCF-70A494D0B418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54376" y="6672697"/>
            <a:ext cx="4130873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4235" y="6672697"/>
            <a:ext cx="2753916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B95FB0-C31F-4C60-8BEF-9BA4DF8B45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1130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7966" rtl="0" eaLnBrk="1" latinLnBrk="0" hangingPunct="1">
        <a:lnSpc>
          <a:spcPct val="90000"/>
        </a:lnSpc>
        <a:spcBef>
          <a:spcPct val="0"/>
        </a:spcBef>
        <a:buNone/>
        <a:defRPr sz="441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9492" indent="-229492" algn="l" defTabSz="917966" rtl="0" eaLnBrk="1" latinLnBrk="0" hangingPunct="1">
        <a:lnSpc>
          <a:spcPct val="90000"/>
        </a:lnSpc>
        <a:spcBef>
          <a:spcPts val="1004"/>
        </a:spcBef>
        <a:buFont typeface="Arial" panose="020B0604020202020204" pitchFamily="34" charset="0"/>
        <a:buChar char="•"/>
        <a:defRPr sz="2811" kern="1200">
          <a:solidFill>
            <a:schemeClr val="tx1"/>
          </a:solidFill>
          <a:latin typeface="+mn-lt"/>
          <a:ea typeface="+mn-ea"/>
          <a:cs typeface="+mn-cs"/>
        </a:defRPr>
      </a:lvl1pPr>
      <a:lvl2pPr marL="688475" indent="-229492" algn="l" defTabSz="917966" rtl="0" eaLnBrk="1" latinLnBrk="0" hangingPunct="1">
        <a:lnSpc>
          <a:spcPct val="90000"/>
        </a:lnSpc>
        <a:spcBef>
          <a:spcPts val="502"/>
        </a:spcBef>
        <a:buFont typeface="Arial" panose="020B0604020202020204" pitchFamily="34" charset="0"/>
        <a:buChar char="•"/>
        <a:defRPr sz="2409" kern="1200">
          <a:solidFill>
            <a:schemeClr val="tx1"/>
          </a:solidFill>
          <a:latin typeface="+mn-lt"/>
          <a:ea typeface="+mn-ea"/>
          <a:cs typeface="+mn-cs"/>
        </a:defRPr>
      </a:lvl2pPr>
      <a:lvl3pPr marL="1147458" indent="-229492" algn="l" defTabSz="917966" rtl="0" eaLnBrk="1" latinLnBrk="0" hangingPunct="1">
        <a:lnSpc>
          <a:spcPct val="90000"/>
        </a:lnSpc>
        <a:spcBef>
          <a:spcPts val="502"/>
        </a:spcBef>
        <a:buFont typeface="Arial" panose="020B0604020202020204" pitchFamily="34" charset="0"/>
        <a:buChar char="•"/>
        <a:defRPr sz="2008" kern="1200">
          <a:solidFill>
            <a:schemeClr val="tx1"/>
          </a:solidFill>
          <a:latin typeface="+mn-lt"/>
          <a:ea typeface="+mn-ea"/>
          <a:cs typeface="+mn-cs"/>
        </a:defRPr>
      </a:lvl3pPr>
      <a:lvl4pPr marL="1606441" indent="-229492" algn="l" defTabSz="917966" rtl="0" eaLnBrk="1" latinLnBrk="0" hangingPunct="1">
        <a:lnSpc>
          <a:spcPct val="90000"/>
        </a:lnSpc>
        <a:spcBef>
          <a:spcPts val="502"/>
        </a:spcBef>
        <a:buFont typeface="Arial" panose="020B0604020202020204" pitchFamily="34" charset="0"/>
        <a:buChar char="•"/>
        <a:defRPr sz="1807" kern="1200">
          <a:solidFill>
            <a:schemeClr val="tx1"/>
          </a:solidFill>
          <a:latin typeface="+mn-lt"/>
          <a:ea typeface="+mn-ea"/>
          <a:cs typeface="+mn-cs"/>
        </a:defRPr>
      </a:lvl4pPr>
      <a:lvl5pPr marL="2065424" indent="-229492" algn="l" defTabSz="917966" rtl="0" eaLnBrk="1" latinLnBrk="0" hangingPunct="1">
        <a:lnSpc>
          <a:spcPct val="90000"/>
        </a:lnSpc>
        <a:spcBef>
          <a:spcPts val="502"/>
        </a:spcBef>
        <a:buFont typeface="Arial" panose="020B0604020202020204" pitchFamily="34" charset="0"/>
        <a:buChar char="•"/>
        <a:defRPr sz="1807" kern="1200">
          <a:solidFill>
            <a:schemeClr val="tx1"/>
          </a:solidFill>
          <a:latin typeface="+mn-lt"/>
          <a:ea typeface="+mn-ea"/>
          <a:cs typeface="+mn-cs"/>
        </a:defRPr>
      </a:lvl5pPr>
      <a:lvl6pPr marL="2524407" indent="-229492" algn="l" defTabSz="917966" rtl="0" eaLnBrk="1" latinLnBrk="0" hangingPunct="1">
        <a:lnSpc>
          <a:spcPct val="90000"/>
        </a:lnSpc>
        <a:spcBef>
          <a:spcPts val="502"/>
        </a:spcBef>
        <a:buFont typeface="Arial" panose="020B0604020202020204" pitchFamily="34" charset="0"/>
        <a:buChar char="•"/>
        <a:defRPr sz="1807" kern="1200">
          <a:solidFill>
            <a:schemeClr val="tx1"/>
          </a:solidFill>
          <a:latin typeface="+mn-lt"/>
          <a:ea typeface="+mn-ea"/>
          <a:cs typeface="+mn-cs"/>
        </a:defRPr>
      </a:lvl6pPr>
      <a:lvl7pPr marL="2983390" indent="-229492" algn="l" defTabSz="917966" rtl="0" eaLnBrk="1" latinLnBrk="0" hangingPunct="1">
        <a:lnSpc>
          <a:spcPct val="90000"/>
        </a:lnSpc>
        <a:spcBef>
          <a:spcPts val="502"/>
        </a:spcBef>
        <a:buFont typeface="Arial" panose="020B0604020202020204" pitchFamily="34" charset="0"/>
        <a:buChar char="•"/>
        <a:defRPr sz="1807" kern="1200">
          <a:solidFill>
            <a:schemeClr val="tx1"/>
          </a:solidFill>
          <a:latin typeface="+mn-lt"/>
          <a:ea typeface="+mn-ea"/>
          <a:cs typeface="+mn-cs"/>
        </a:defRPr>
      </a:lvl7pPr>
      <a:lvl8pPr marL="3442373" indent="-229492" algn="l" defTabSz="917966" rtl="0" eaLnBrk="1" latinLnBrk="0" hangingPunct="1">
        <a:lnSpc>
          <a:spcPct val="90000"/>
        </a:lnSpc>
        <a:spcBef>
          <a:spcPts val="502"/>
        </a:spcBef>
        <a:buFont typeface="Arial" panose="020B0604020202020204" pitchFamily="34" charset="0"/>
        <a:buChar char="•"/>
        <a:defRPr sz="1807" kern="1200">
          <a:solidFill>
            <a:schemeClr val="tx1"/>
          </a:solidFill>
          <a:latin typeface="+mn-lt"/>
          <a:ea typeface="+mn-ea"/>
          <a:cs typeface="+mn-cs"/>
        </a:defRPr>
      </a:lvl8pPr>
      <a:lvl9pPr marL="3901356" indent="-229492" algn="l" defTabSz="917966" rtl="0" eaLnBrk="1" latinLnBrk="0" hangingPunct="1">
        <a:lnSpc>
          <a:spcPct val="90000"/>
        </a:lnSpc>
        <a:spcBef>
          <a:spcPts val="502"/>
        </a:spcBef>
        <a:buFont typeface="Arial" panose="020B0604020202020204" pitchFamily="34" charset="0"/>
        <a:buChar char="•"/>
        <a:defRPr sz="180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7966" rtl="0" eaLnBrk="1" latinLnBrk="0" hangingPunct="1">
        <a:defRPr sz="1807" kern="1200">
          <a:solidFill>
            <a:schemeClr val="tx1"/>
          </a:solidFill>
          <a:latin typeface="+mn-lt"/>
          <a:ea typeface="+mn-ea"/>
          <a:cs typeface="+mn-cs"/>
        </a:defRPr>
      </a:lvl1pPr>
      <a:lvl2pPr marL="458983" algn="l" defTabSz="917966" rtl="0" eaLnBrk="1" latinLnBrk="0" hangingPunct="1">
        <a:defRPr sz="1807" kern="1200">
          <a:solidFill>
            <a:schemeClr val="tx1"/>
          </a:solidFill>
          <a:latin typeface="+mn-lt"/>
          <a:ea typeface="+mn-ea"/>
          <a:cs typeface="+mn-cs"/>
        </a:defRPr>
      </a:lvl2pPr>
      <a:lvl3pPr marL="917966" algn="l" defTabSz="917966" rtl="0" eaLnBrk="1" latinLnBrk="0" hangingPunct="1">
        <a:defRPr sz="1807" kern="1200">
          <a:solidFill>
            <a:schemeClr val="tx1"/>
          </a:solidFill>
          <a:latin typeface="+mn-lt"/>
          <a:ea typeface="+mn-ea"/>
          <a:cs typeface="+mn-cs"/>
        </a:defRPr>
      </a:lvl3pPr>
      <a:lvl4pPr marL="1376949" algn="l" defTabSz="917966" rtl="0" eaLnBrk="1" latinLnBrk="0" hangingPunct="1">
        <a:defRPr sz="1807" kern="1200">
          <a:solidFill>
            <a:schemeClr val="tx1"/>
          </a:solidFill>
          <a:latin typeface="+mn-lt"/>
          <a:ea typeface="+mn-ea"/>
          <a:cs typeface="+mn-cs"/>
        </a:defRPr>
      </a:lvl4pPr>
      <a:lvl5pPr marL="1835932" algn="l" defTabSz="917966" rtl="0" eaLnBrk="1" latinLnBrk="0" hangingPunct="1">
        <a:defRPr sz="1807" kern="1200">
          <a:solidFill>
            <a:schemeClr val="tx1"/>
          </a:solidFill>
          <a:latin typeface="+mn-lt"/>
          <a:ea typeface="+mn-ea"/>
          <a:cs typeface="+mn-cs"/>
        </a:defRPr>
      </a:lvl5pPr>
      <a:lvl6pPr marL="2294915" algn="l" defTabSz="917966" rtl="0" eaLnBrk="1" latinLnBrk="0" hangingPunct="1">
        <a:defRPr sz="1807" kern="1200">
          <a:solidFill>
            <a:schemeClr val="tx1"/>
          </a:solidFill>
          <a:latin typeface="+mn-lt"/>
          <a:ea typeface="+mn-ea"/>
          <a:cs typeface="+mn-cs"/>
        </a:defRPr>
      </a:lvl6pPr>
      <a:lvl7pPr marL="2753898" algn="l" defTabSz="917966" rtl="0" eaLnBrk="1" latinLnBrk="0" hangingPunct="1">
        <a:defRPr sz="1807" kern="1200">
          <a:solidFill>
            <a:schemeClr val="tx1"/>
          </a:solidFill>
          <a:latin typeface="+mn-lt"/>
          <a:ea typeface="+mn-ea"/>
          <a:cs typeface="+mn-cs"/>
        </a:defRPr>
      </a:lvl7pPr>
      <a:lvl8pPr marL="3212882" algn="l" defTabSz="917966" rtl="0" eaLnBrk="1" latinLnBrk="0" hangingPunct="1">
        <a:defRPr sz="1807" kern="1200">
          <a:solidFill>
            <a:schemeClr val="tx1"/>
          </a:solidFill>
          <a:latin typeface="+mn-lt"/>
          <a:ea typeface="+mn-ea"/>
          <a:cs typeface="+mn-cs"/>
        </a:defRPr>
      </a:lvl8pPr>
      <a:lvl9pPr marL="3671865" algn="l" defTabSz="917966" rtl="0" eaLnBrk="1" latinLnBrk="0" hangingPunct="1">
        <a:defRPr sz="180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28FAFDF-39F9-E990-82C5-3DA0EAEC1001}"/>
              </a:ext>
            </a:extLst>
          </p:cNvPr>
          <p:cNvGrpSpPr>
            <a:grpSpLocks noChangeAspect="1"/>
          </p:cNvGrpSpPr>
          <p:nvPr/>
        </p:nvGrpSpPr>
        <p:grpSpPr>
          <a:xfrm>
            <a:off x="200078" y="675860"/>
            <a:ext cx="11740077" cy="5546035"/>
            <a:chOff x="-1950761" y="-68343"/>
            <a:chExt cx="15201869" cy="718139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C2F904B-ABCA-1BB4-BE3F-56CD802A70E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351" t="23264" r="35351" b="24765"/>
            <a:stretch/>
          </p:blipFill>
          <p:spPr>
            <a:xfrm>
              <a:off x="6105541" y="-16864"/>
              <a:ext cx="7145567" cy="7129914"/>
            </a:xfrm>
            <a:prstGeom prst="rect">
              <a:avLst/>
            </a:prstGeom>
            <a:ln>
              <a:noFill/>
            </a:ln>
          </p:spPr>
        </p:pic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DA1A6BD-F7BD-B441-4C1F-D9081562ED65}"/>
                </a:ext>
              </a:extLst>
            </p:cNvPr>
            <p:cNvGrpSpPr/>
            <p:nvPr/>
          </p:nvGrpSpPr>
          <p:grpSpPr>
            <a:xfrm>
              <a:off x="-1950761" y="-68343"/>
              <a:ext cx="7086600" cy="7129906"/>
              <a:chOff x="11331575" y="7438126"/>
              <a:chExt cx="7086600" cy="7129906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B0283F12-DC81-0742-8462-33CAB97E8A1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6396" t="23264" r="36396" b="24765"/>
              <a:stretch/>
            </p:blipFill>
            <p:spPr>
              <a:xfrm>
                <a:off x="11573472" y="7438126"/>
                <a:ext cx="6636035" cy="7129906"/>
              </a:xfrm>
              <a:prstGeom prst="rect">
                <a:avLst/>
              </a:prstGeom>
              <a:ln>
                <a:noFill/>
              </a:ln>
            </p:spPr>
          </p:pic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7DF1EE91-F772-D5E6-A132-A303C1252F9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919235" y="9275762"/>
                <a:ext cx="189549" cy="1066545"/>
              </a:xfrm>
              <a:prstGeom prst="straightConnector1">
                <a:avLst/>
              </a:prstGeom>
              <a:ln w="57150">
                <a:solidFill>
                  <a:srgbClr val="C83232"/>
                </a:solidFill>
                <a:headEnd type="oval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10E18A04-43D8-08E4-6ADD-4123A144DFE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331575" y="12569230"/>
                <a:ext cx="1101467" cy="186150"/>
              </a:xfrm>
              <a:prstGeom prst="straightConnector1">
                <a:avLst/>
              </a:prstGeom>
              <a:ln w="57150">
                <a:solidFill>
                  <a:srgbClr val="AD8247"/>
                </a:solidFill>
                <a:headEnd type="oval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DD3D8BC6-019A-04CE-7BE7-687B5AAC79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251418" y="12323762"/>
                <a:ext cx="1166757" cy="0"/>
              </a:xfrm>
              <a:prstGeom prst="straightConnector1">
                <a:avLst/>
              </a:prstGeom>
              <a:ln w="57150">
                <a:solidFill>
                  <a:srgbClr val="00B0F0"/>
                </a:solidFill>
                <a:headEnd type="oval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565191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233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</vt:lpstr>
      <vt:lpstr>PowerPoint Presentation</vt:lpstr>
    </vt:vector>
  </TitlesOfParts>
  <Company>P R 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 User</dc:creator>
  <cp:lastModifiedBy>Song Peng</cp:lastModifiedBy>
  <cp:revision>56</cp:revision>
  <dcterms:created xsi:type="dcterms:W3CDTF">2017-08-04T08:27:17Z</dcterms:created>
  <dcterms:modified xsi:type="dcterms:W3CDTF">2026-04-05T02:14:52Z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e298231-ee28-4c9e-9ffa-238d0040efda_Enabled">
    <vt:lpwstr>true</vt:lpwstr>
  </property>
  <property fmtid="{D5CDD505-2E9C-101B-9397-08002B2CF9AE}" pid="3" name="MSIP_Label_be298231-ee28-4c9e-9ffa-238d0040efda_SetDate">
    <vt:lpwstr>2026-03-30T00:50:21Z</vt:lpwstr>
  </property>
  <property fmtid="{D5CDD505-2E9C-101B-9397-08002B2CF9AE}" pid="4" name="MSIP_Label_be298231-ee28-4c9e-9ffa-238d0040efda_Method">
    <vt:lpwstr>Privileged</vt:lpwstr>
  </property>
  <property fmtid="{D5CDD505-2E9C-101B-9397-08002B2CF9AE}" pid="5" name="MSIP_Label_be298231-ee28-4c9e-9ffa-238d0040efda_Name">
    <vt:lpwstr>Public</vt:lpwstr>
  </property>
  <property fmtid="{D5CDD505-2E9C-101B-9397-08002B2CF9AE}" pid="6" name="MSIP_Label_be298231-ee28-4c9e-9ffa-238d0040efda_SiteId">
    <vt:lpwstr>3476b776-e990-4f72-b950-62489831623d</vt:lpwstr>
  </property>
  <property fmtid="{D5CDD505-2E9C-101B-9397-08002B2CF9AE}" pid="7" name="MSIP_Label_be298231-ee28-4c9e-9ffa-238d0040efda_ActionId">
    <vt:lpwstr>1a1efc62-5db8-4340-9c77-1955e091bad6</vt:lpwstr>
  </property>
  <property fmtid="{D5CDD505-2E9C-101B-9397-08002B2CF9AE}" pid="8" name="MSIP_Label_be298231-ee28-4c9e-9ffa-238d0040efda_ContentBits">
    <vt:lpwstr>0</vt:lpwstr>
  </property>
</Properties>
</file>