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3" r:id="rId2"/>
  </p:sldIdLst>
  <p:sldSz cx="12239625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4"/>
    <p:restoredTop sz="94694"/>
  </p:normalViewPr>
  <p:slideViewPr>
    <p:cSldViewPr snapToGrid="0">
      <p:cViewPr>
        <p:scale>
          <a:sx n="64" d="100"/>
          <a:sy n="64" d="100"/>
        </p:scale>
        <p:origin x="184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9953" y="1178222"/>
            <a:ext cx="9179719" cy="2506427"/>
          </a:xfrm>
        </p:spPr>
        <p:txBody>
          <a:bodyPr anchor="b"/>
          <a:lstStyle>
            <a:lvl1pPr algn="ctr"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3781306"/>
            <a:ext cx="9179719" cy="1738167"/>
          </a:xfrm>
        </p:spPr>
        <p:txBody>
          <a:bodyPr/>
          <a:lstStyle>
            <a:lvl1pPr marL="0" indent="0" algn="ctr">
              <a:buNone/>
              <a:defRPr sz="2409"/>
            </a:lvl1pPr>
            <a:lvl2pPr marL="458983" indent="0" algn="ctr">
              <a:buNone/>
              <a:defRPr sz="2008"/>
            </a:lvl2pPr>
            <a:lvl3pPr marL="917966" indent="0" algn="ctr">
              <a:buNone/>
              <a:defRPr sz="1807"/>
            </a:lvl3pPr>
            <a:lvl4pPr marL="1376949" indent="0" algn="ctr">
              <a:buNone/>
              <a:defRPr sz="1606"/>
            </a:lvl4pPr>
            <a:lvl5pPr marL="1835932" indent="0" algn="ctr">
              <a:buNone/>
              <a:defRPr sz="1606"/>
            </a:lvl5pPr>
            <a:lvl6pPr marL="2294915" indent="0" algn="ctr">
              <a:buNone/>
              <a:defRPr sz="1606"/>
            </a:lvl6pPr>
            <a:lvl7pPr marL="2753898" indent="0" algn="ctr">
              <a:buNone/>
              <a:defRPr sz="1606"/>
            </a:lvl7pPr>
            <a:lvl8pPr marL="3212882" indent="0" algn="ctr">
              <a:buNone/>
              <a:defRPr sz="1606"/>
            </a:lvl8pPr>
            <a:lvl9pPr marL="3671865" indent="0" algn="ctr">
              <a:buNone/>
              <a:defRPr sz="160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26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799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099" y="1794830"/>
            <a:ext cx="10556677" cy="2994714"/>
          </a:xfrm>
        </p:spPr>
        <p:txBody>
          <a:bodyPr anchor="b"/>
          <a:lstStyle>
            <a:lvl1pPr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099" y="4817875"/>
            <a:ext cx="10556677" cy="1574849"/>
          </a:xfrm>
        </p:spPr>
        <p:txBody>
          <a:bodyPr/>
          <a:lstStyle>
            <a:lvl1pPr marL="0" indent="0">
              <a:buNone/>
              <a:defRPr sz="2409">
                <a:solidFill>
                  <a:schemeClr val="tx1">
                    <a:tint val="75000"/>
                  </a:schemeClr>
                </a:solidFill>
              </a:defRPr>
            </a:lvl1pPr>
            <a:lvl2pPr marL="458983" indent="0">
              <a:buNone/>
              <a:defRPr sz="2008">
                <a:solidFill>
                  <a:schemeClr val="tx1">
                    <a:tint val="75000"/>
                  </a:schemeClr>
                </a:solidFill>
              </a:defRPr>
            </a:lvl2pPr>
            <a:lvl3pPr marL="917966" indent="0">
              <a:buNone/>
              <a:defRPr sz="1807">
                <a:solidFill>
                  <a:schemeClr val="tx1">
                    <a:tint val="75000"/>
                  </a:schemeClr>
                </a:solidFill>
              </a:defRPr>
            </a:lvl3pPr>
            <a:lvl4pPr marL="1376949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4pPr>
            <a:lvl5pPr marL="183593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5pPr>
            <a:lvl6pPr marL="229491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6pPr>
            <a:lvl7pPr marL="2753898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7pPr>
            <a:lvl8pPr marL="321288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8pPr>
            <a:lvl9pPr marL="367186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9163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762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383297"/>
            <a:ext cx="1055667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69" y="1764832"/>
            <a:ext cx="51779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69" y="2629749"/>
            <a:ext cx="51779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0" y="1764832"/>
            <a:ext cx="52034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0" y="2629749"/>
            <a:ext cx="52034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320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141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33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1036569"/>
            <a:ext cx="6196310" cy="5116178"/>
          </a:xfrm>
        </p:spPr>
        <p:txBody>
          <a:bodyPr/>
          <a:lstStyle>
            <a:lvl1pPr>
              <a:defRPr sz="3212"/>
            </a:lvl1pPr>
            <a:lvl2pPr>
              <a:defRPr sz="2811"/>
            </a:lvl2pPr>
            <a:lvl3pPr>
              <a:defRPr sz="2409"/>
            </a:lvl3pPr>
            <a:lvl4pPr>
              <a:defRPr sz="2008"/>
            </a:lvl4pPr>
            <a:lvl5pPr>
              <a:defRPr sz="2008"/>
            </a:lvl5pPr>
            <a:lvl6pPr>
              <a:defRPr sz="2008"/>
            </a:lvl6pPr>
            <a:lvl7pPr>
              <a:defRPr sz="2008"/>
            </a:lvl7pPr>
            <a:lvl8pPr>
              <a:defRPr sz="2008"/>
            </a:lvl8pPr>
            <a:lvl9pPr>
              <a:defRPr sz="200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809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1036569"/>
            <a:ext cx="6196310" cy="5116178"/>
          </a:xfrm>
        </p:spPr>
        <p:txBody>
          <a:bodyPr anchor="t"/>
          <a:lstStyle>
            <a:lvl1pPr marL="0" indent="0">
              <a:buNone/>
              <a:defRPr sz="3212"/>
            </a:lvl1pPr>
            <a:lvl2pPr marL="458983" indent="0">
              <a:buNone/>
              <a:defRPr sz="2811"/>
            </a:lvl2pPr>
            <a:lvl3pPr marL="917966" indent="0">
              <a:buNone/>
              <a:defRPr sz="2409"/>
            </a:lvl3pPr>
            <a:lvl4pPr marL="1376949" indent="0">
              <a:buNone/>
              <a:defRPr sz="2008"/>
            </a:lvl4pPr>
            <a:lvl5pPr marL="1835932" indent="0">
              <a:buNone/>
              <a:defRPr sz="2008"/>
            </a:lvl5pPr>
            <a:lvl6pPr marL="2294915" indent="0">
              <a:buNone/>
              <a:defRPr sz="2008"/>
            </a:lvl6pPr>
            <a:lvl7pPr marL="2753898" indent="0">
              <a:buNone/>
              <a:defRPr sz="2008"/>
            </a:lvl7pPr>
            <a:lvl8pPr marL="3212882" indent="0">
              <a:buNone/>
              <a:defRPr sz="2008"/>
            </a:lvl8pPr>
            <a:lvl9pPr marL="3671865" indent="0">
              <a:buNone/>
              <a:defRPr sz="2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5109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40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383297"/>
            <a:ext cx="2639169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4" y="383297"/>
            <a:ext cx="7764512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639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383297"/>
            <a:ext cx="1055667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1916484"/>
            <a:ext cx="1055667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6FEB8E-2718-4465-8CCF-70A494D0B418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6672697"/>
            <a:ext cx="413087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1130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7966" rtl="0" eaLnBrk="1" latinLnBrk="0" hangingPunct="1">
        <a:lnSpc>
          <a:spcPct val="90000"/>
        </a:lnSpc>
        <a:spcBef>
          <a:spcPct val="0"/>
        </a:spcBef>
        <a:buNone/>
        <a:defRPr sz="44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9492" indent="-229492" algn="l" defTabSz="917966" rtl="0" eaLnBrk="1" latinLnBrk="0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2811" kern="1200">
          <a:solidFill>
            <a:schemeClr val="tx1"/>
          </a:solidFill>
          <a:latin typeface="+mn-lt"/>
          <a:ea typeface="+mn-ea"/>
          <a:cs typeface="+mn-cs"/>
        </a:defRPr>
      </a:lvl1pPr>
      <a:lvl2pPr marL="688475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2pPr>
      <a:lvl3pPr marL="1147458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008" kern="1200">
          <a:solidFill>
            <a:schemeClr val="tx1"/>
          </a:solidFill>
          <a:latin typeface="+mn-lt"/>
          <a:ea typeface="+mn-ea"/>
          <a:cs typeface="+mn-cs"/>
        </a:defRPr>
      </a:lvl3pPr>
      <a:lvl4pPr marL="1606441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2065424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524407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983390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442373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901356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1pPr>
      <a:lvl2pPr marL="458983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2pPr>
      <a:lvl3pPr marL="917966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3pPr>
      <a:lvl4pPr marL="1376949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183593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29491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753898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21288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67186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28FAFDF-39F9-E990-82C5-3DA0EAEC1001}"/>
              </a:ext>
            </a:extLst>
          </p:cNvPr>
          <p:cNvGrpSpPr>
            <a:grpSpLocks noChangeAspect="1"/>
          </p:cNvGrpSpPr>
          <p:nvPr/>
        </p:nvGrpSpPr>
        <p:grpSpPr>
          <a:xfrm>
            <a:off x="200078" y="675860"/>
            <a:ext cx="11740077" cy="5546035"/>
            <a:chOff x="-1950761" y="-68343"/>
            <a:chExt cx="15201869" cy="718139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2F904B-ABCA-1BB4-BE3F-56CD802A70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51" t="23264" r="35351" b="24765"/>
            <a:stretch/>
          </p:blipFill>
          <p:spPr>
            <a:xfrm>
              <a:off x="6105541" y="-16864"/>
              <a:ext cx="7145567" cy="7129914"/>
            </a:xfrm>
            <a:prstGeom prst="rect">
              <a:avLst/>
            </a:prstGeom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DA1A6BD-F7BD-B441-4C1F-D9081562ED65}"/>
                </a:ext>
              </a:extLst>
            </p:cNvPr>
            <p:cNvGrpSpPr/>
            <p:nvPr/>
          </p:nvGrpSpPr>
          <p:grpSpPr>
            <a:xfrm>
              <a:off x="-1950761" y="-68343"/>
              <a:ext cx="7086600" cy="7129906"/>
              <a:chOff x="11331575" y="7438126"/>
              <a:chExt cx="7086600" cy="7129906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0283F12-DC81-0742-8462-33CAB97E8A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396" t="23264" r="36396" b="24765"/>
              <a:stretch/>
            </p:blipFill>
            <p:spPr>
              <a:xfrm>
                <a:off x="11573472" y="7438126"/>
                <a:ext cx="6636035" cy="7129906"/>
              </a:xfrm>
              <a:prstGeom prst="rect">
                <a:avLst/>
              </a:prstGeom>
              <a:ln>
                <a:noFill/>
              </a:ln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DF1EE91-F772-D5E6-A132-A303C1252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19235" y="9275762"/>
                <a:ext cx="189549" cy="1066545"/>
              </a:xfrm>
              <a:prstGeom prst="straightConnector1">
                <a:avLst/>
              </a:prstGeom>
              <a:ln w="57150">
                <a:solidFill>
                  <a:srgbClr val="C83232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10E18A04-43D8-08E4-6ADD-4123A144DFE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331575" y="12569230"/>
                <a:ext cx="1101467" cy="18615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DD3D8BC6-019A-04CE-7BE7-687B5AAC79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1418" y="12323762"/>
                <a:ext cx="1166757" cy="0"/>
              </a:xfrm>
              <a:prstGeom prst="straightConnector1">
                <a:avLst/>
              </a:prstGeom>
              <a:ln w="57150">
                <a:solidFill>
                  <a:srgbClr val="00B0F0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65191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</vt:lpstr>
      <vt:lpstr>PowerPoint Presentation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Song Peng</cp:lastModifiedBy>
  <cp:revision>55</cp:revision>
  <dcterms:created xsi:type="dcterms:W3CDTF">2017-08-04T08:27:17Z</dcterms:created>
  <dcterms:modified xsi:type="dcterms:W3CDTF">2026-03-30T00:54:29Z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2026-03-30T00:50:21Z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1a1efc62-5db8-4340-9c77-1955e091bad6</vt:lpwstr>
  </property>
  <property fmtid="{D5CDD505-2E9C-101B-9397-08002B2CF9AE}" pid="8" name="MSIP_Label_be298231-ee28-4c9e-9ffa-238d0040efda_ContentBits">
    <vt:lpwstr>0</vt:lpwstr>
  </property>
</Properties>
</file>