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3"/>
  </p:notesMasterIdLst>
  <p:sldIdLst>
    <p:sldId id="262" r:id="rId2"/>
  </p:sldIdLst>
  <p:sldSz cx="12239625" cy="71993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796"/>
    <p:restoredTop sz="94694"/>
  </p:normalViewPr>
  <p:slideViewPr>
    <p:cSldViewPr snapToGrid="0">
      <p:cViewPr varScale="1">
        <p:scale>
          <a:sx n="111" d="100"/>
          <a:sy n="111" d="100"/>
        </p:scale>
        <p:origin x="111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D55BC4-9B31-BB49-84D7-7BFF9652093C}" type="datetimeFigureOut">
              <a:rPr lang="en-US" smtClean="0"/>
              <a:t>12/4/25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04863" y="1143000"/>
            <a:ext cx="52482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5E93FC-F6E9-6F47-8E21-4165286772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9311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5E93FC-F6E9-6F47-8E21-4165286772B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3430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9953" y="1178222"/>
            <a:ext cx="9179719" cy="2506427"/>
          </a:xfrm>
        </p:spPr>
        <p:txBody>
          <a:bodyPr anchor="b"/>
          <a:lstStyle>
            <a:lvl1pPr algn="ctr">
              <a:defRPr sz="602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9953" y="3781306"/>
            <a:ext cx="9179719" cy="1738167"/>
          </a:xfrm>
        </p:spPr>
        <p:txBody>
          <a:bodyPr/>
          <a:lstStyle>
            <a:lvl1pPr marL="0" indent="0" algn="ctr">
              <a:buNone/>
              <a:defRPr sz="2409"/>
            </a:lvl1pPr>
            <a:lvl2pPr marL="458983" indent="0" algn="ctr">
              <a:buNone/>
              <a:defRPr sz="2008"/>
            </a:lvl2pPr>
            <a:lvl3pPr marL="917966" indent="0" algn="ctr">
              <a:buNone/>
              <a:defRPr sz="1807"/>
            </a:lvl3pPr>
            <a:lvl4pPr marL="1376949" indent="0" algn="ctr">
              <a:buNone/>
              <a:defRPr sz="1606"/>
            </a:lvl4pPr>
            <a:lvl5pPr marL="1835932" indent="0" algn="ctr">
              <a:buNone/>
              <a:defRPr sz="1606"/>
            </a:lvl5pPr>
            <a:lvl6pPr marL="2294915" indent="0" algn="ctr">
              <a:buNone/>
              <a:defRPr sz="1606"/>
            </a:lvl6pPr>
            <a:lvl7pPr marL="2753898" indent="0" algn="ctr">
              <a:buNone/>
              <a:defRPr sz="1606"/>
            </a:lvl7pPr>
            <a:lvl8pPr marL="3212882" indent="0" algn="ctr">
              <a:buNone/>
              <a:defRPr sz="1606"/>
            </a:lvl8pPr>
            <a:lvl9pPr marL="3671865" indent="0" algn="ctr">
              <a:buNone/>
              <a:defRPr sz="1606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FEB8E-2718-4465-8CCF-70A494D0B418}" type="datetimeFigureOut">
              <a:rPr lang="zh-CN" altLang="en-US" smtClean="0"/>
              <a:t>2025/12/4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95FB0-C31F-4C60-8BEF-9BA4DF8B45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42650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FEB8E-2718-4465-8CCF-70A494D0B418}" type="datetimeFigureOut">
              <a:rPr lang="zh-CN" altLang="en-US" smtClean="0"/>
              <a:t>2025/12/4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95FB0-C31F-4C60-8BEF-9BA4DF8B45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47998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5099" y="1794830"/>
            <a:ext cx="10556677" cy="2994714"/>
          </a:xfrm>
        </p:spPr>
        <p:txBody>
          <a:bodyPr anchor="b"/>
          <a:lstStyle>
            <a:lvl1pPr>
              <a:defRPr sz="602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5099" y="4817875"/>
            <a:ext cx="10556677" cy="1574849"/>
          </a:xfrm>
        </p:spPr>
        <p:txBody>
          <a:bodyPr/>
          <a:lstStyle>
            <a:lvl1pPr marL="0" indent="0">
              <a:buNone/>
              <a:defRPr sz="2409">
                <a:solidFill>
                  <a:schemeClr val="tx1">
                    <a:tint val="75000"/>
                  </a:schemeClr>
                </a:solidFill>
              </a:defRPr>
            </a:lvl1pPr>
            <a:lvl2pPr marL="458983" indent="0">
              <a:buNone/>
              <a:defRPr sz="2008">
                <a:solidFill>
                  <a:schemeClr val="tx1">
                    <a:tint val="75000"/>
                  </a:schemeClr>
                </a:solidFill>
              </a:defRPr>
            </a:lvl2pPr>
            <a:lvl3pPr marL="917966" indent="0">
              <a:buNone/>
              <a:defRPr sz="1807">
                <a:solidFill>
                  <a:schemeClr val="tx1">
                    <a:tint val="75000"/>
                  </a:schemeClr>
                </a:solidFill>
              </a:defRPr>
            </a:lvl3pPr>
            <a:lvl4pPr marL="1376949" indent="0">
              <a:buNone/>
              <a:defRPr sz="1606">
                <a:solidFill>
                  <a:schemeClr val="tx1">
                    <a:tint val="75000"/>
                  </a:schemeClr>
                </a:solidFill>
              </a:defRPr>
            </a:lvl4pPr>
            <a:lvl5pPr marL="1835932" indent="0">
              <a:buNone/>
              <a:defRPr sz="1606">
                <a:solidFill>
                  <a:schemeClr val="tx1">
                    <a:tint val="75000"/>
                  </a:schemeClr>
                </a:solidFill>
              </a:defRPr>
            </a:lvl5pPr>
            <a:lvl6pPr marL="2294915" indent="0">
              <a:buNone/>
              <a:defRPr sz="1606">
                <a:solidFill>
                  <a:schemeClr val="tx1">
                    <a:tint val="75000"/>
                  </a:schemeClr>
                </a:solidFill>
              </a:defRPr>
            </a:lvl6pPr>
            <a:lvl7pPr marL="2753898" indent="0">
              <a:buNone/>
              <a:defRPr sz="1606">
                <a:solidFill>
                  <a:schemeClr val="tx1">
                    <a:tint val="75000"/>
                  </a:schemeClr>
                </a:solidFill>
              </a:defRPr>
            </a:lvl7pPr>
            <a:lvl8pPr marL="3212882" indent="0">
              <a:buNone/>
              <a:defRPr sz="1606">
                <a:solidFill>
                  <a:schemeClr val="tx1">
                    <a:tint val="75000"/>
                  </a:schemeClr>
                </a:solidFill>
              </a:defRPr>
            </a:lvl8pPr>
            <a:lvl9pPr marL="3671865" indent="0">
              <a:buNone/>
              <a:defRPr sz="16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FEB8E-2718-4465-8CCF-70A494D0B418}" type="datetimeFigureOut">
              <a:rPr lang="zh-CN" altLang="en-US" smtClean="0"/>
              <a:t>2025/12/4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95FB0-C31F-4C60-8BEF-9BA4DF8B45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191635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41474" y="1916484"/>
            <a:ext cx="5201841" cy="456789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6310" y="1916484"/>
            <a:ext cx="5201841" cy="456789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FEB8E-2718-4465-8CCF-70A494D0B418}" type="datetimeFigureOut">
              <a:rPr lang="zh-CN" altLang="en-US" smtClean="0"/>
              <a:t>2025/12/4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95FB0-C31F-4C60-8BEF-9BA4DF8B45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37626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3068" y="383297"/>
            <a:ext cx="10556677" cy="139153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3069" y="1764832"/>
            <a:ext cx="5177935" cy="864917"/>
          </a:xfrm>
        </p:spPr>
        <p:txBody>
          <a:bodyPr anchor="b"/>
          <a:lstStyle>
            <a:lvl1pPr marL="0" indent="0">
              <a:buNone/>
              <a:defRPr sz="2409" b="1"/>
            </a:lvl1pPr>
            <a:lvl2pPr marL="458983" indent="0">
              <a:buNone/>
              <a:defRPr sz="2008" b="1"/>
            </a:lvl2pPr>
            <a:lvl3pPr marL="917966" indent="0">
              <a:buNone/>
              <a:defRPr sz="1807" b="1"/>
            </a:lvl3pPr>
            <a:lvl4pPr marL="1376949" indent="0">
              <a:buNone/>
              <a:defRPr sz="1606" b="1"/>
            </a:lvl4pPr>
            <a:lvl5pPr marL="1835932" indent="0">
              <a:buNone/>
              <a:defRPr sz="1606" b="1"/>
            </a:lvl5pPr>
            <a:lvl6pPr marL="2294915" indent="0">
              <a:buNone/>
              <a:defRPr sz="1606" b="1"/>
            </a:lvl6pPr>
            <a:lvl7pPr marL="2753898" indent="0">
              <a:buNone/>
              <a:defRPr sz="1606" b="1"/>
            </a:lvl7pPr>
            <a:lvl8pPr marL="3212882" indent="0">
              <a:buNone/>
              <a:defRPr sz="1606" b="1"/>
            </a:lvl8pPr>
            <a:lvl9pPr marL="3671865" indent="0">
              <a:buNone/>
              <a:defRPr sz="1606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3069" y="2629749"/>
            <a:ext cx="5177935" cy="386796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6310" y="1764832"/>
            <a:ext cx="5203435" cy="864917"/>
          </a:xfrm>
        </p:spPr>
        <p:txBody>
          <a:bodyPr anchor="b"/>
          <a:lstStyle>
            <a:lvl1pPr marL="0" indent="0">
              <a:buNone/>
              <a:defRPr sz="2409" b="1"/>
            </a:lvl1pPr>
            <a:lvl2pPr marL="458983" indent="0">
              <a:buNone/>
              <a:defRPr sz="2008" b="1"/>
            </a:lvl2pPr>
            <a:lvl3pPr marL="917966" indent="0">
              <a:buNone/>
              <a:defRPr sz="1807" b="1"/>
            </a:lvl3pPr>
            <a:lvl4pPr marL="1376949" indent="0">
              <a:buNone/>
              <a:defRPr sz="1606" b="1"/>
            </a:lvl4pPr>
            <a:lvl5pPr marL="1835932" indent="0">
              <a:buNone/>
              <a:defRPr sz="1606" b="1"/>
            </a:lvl5pPr>
            <a:lvl6pPr marL="2294915" indent="0">
              <a:buNone/>
              <a:defRPr sz="1606" b="1"/>
            </a:lvl6pPr>
            <a:lvl7pPr marL="2753898" indent="0">
              <a:buNone/>
              <a:defRPr sz="1606" b="1"/>
            </a:lvl7pPr>
            <a:lvl8pPr marL="3212882" indent="0">
              <a:buNone/>
              <a:defRPr sz="1606" b="1"/>
            </a:lvl8pPr>
            <a:lvl9pPr marL="3671865" indent="0">
              <a:buNone/>
              <a:defRPr sz="1606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6310" y="2629749"/>
            <a:ext cx="5203435" cy="386796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FEB8E-2718-4465-8CCF-70A494D0B418}" type="datetimeFigureOut">
              <a:rPr lang="zh-CN" altLang="en-US" smtClean="0"/>
              <a:t>2025/12/4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95FB0-C31F-4C60-8BEF-9BA4DF8B45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063204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FEB8E-2718-4465-8CCF-70A494D0B418}" type="datetimeFigureOut">
              <a:rPr lang="zh-CN" altLang="en-US" smtClean="0"/>
              <a:t>2025/12/4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95FB0-C31F-4C60-8BEF-9BA4DF8B45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14125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FEB8E-2718-4465-8CCF-70A494D0B418}" type="datetimeFigureOut">
              <a:rPr lang="zh-CN" altLang="en-US" smtClean="0"/>
              <a:t>2025/12/4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95FB0-C31F-4C60-8BEF-9BA4DF8B45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03334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3069" y="479954"/>
            <a:ext cx="3947597" cy="1679840"/>
          </a:xfrm>
        </p:spPr>
        <p:txBody>
          <a:bodyPr anchor="b"/>
          <a:lstStyle>
            <a:lvl1pPr>
              <a:defRPr sz="3212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03435" y="1036569"/>
            <a:ext cx="6196310" cy="5116178"/>
          </a:xfrm>
        </p:spPr>
        <p:txBody>
          <a:bodyPr/>
          <a:lstStyle>
            <a:lvl1pPr>
              <a:defRPr sz="3212"/>
            </a:lvl1pPr>
            <a:lvl2pPr>
              <a:defRPr sz="2811"/>
            </a:lvl2pPr>
            <a:lvl3pPr>
              <a:defRPr sz="2409"/>
            </a:lvl3pPr>
            <a:lvl4pPr>
              <a:defRPr sz="2008"/>
            </a:lvl4pPr>
            <a:lvl5pPr>
              <a:defRPr sz="2008"/>
            </a:lvl5pPr>
            <a:lvl6pPr>
              <a:defRPr sz="2008"/>
            </a:lvl6pPr>
            <a:lvl7pPr>
              <a:defRPr sz="2008"/>
            </a:lvl7pPr>
            <a:lvl8pPr>
              <a:defRPr sz="2008"/>
            </a:lvl8pPr>
            <a:lvl9pPr>
              <a:defRPr sz="2008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3069" y="2159794"/>
            <a:ext cx="3947597" cy="4001285"/>
          </a:xfrm>
        </p:spPr>
        <p:txBody>
          <a:bodyPr/>
          <a:lstStyle>
            <a:lvl1pPr marL="0" indent="0">
              <a:buNone/>
              <a:defRPr sz="1606"/>
            </a:lvl1pPr>
            <a:lvl2pPr marL="458983" indent="0">
              <a:buNone/>
              <a:defRPr sz="1405"/>
            </a:lvl2pPr>
            <a:lvl3pPr marL="917966" indent="0">
              <a:buNone/>
              <a:defRPr sz="1205"/>
            </a:lvl3pPr>
            <a:lvl4pPr marL="1376949" indent="0">
              <a:buNone/>
              <a:defRPr sz="1004"/>
            </a:lvl4pPr>
            <a:lvl5pPr marL="1835932" indent="0">
              <a:buNone/>
              <a:defRPr sz="1004"/>
            </a:lvl5pPr>
            <a:lvl6pPr marL="2294915" indent="0">
              <a:buNone/>
              <a:defRPr sz="1004"/>
            </a:lvl6pPr>
            <a:lvl7pPr marL="2753898" indent="0">
              <a:buNone/>
              <a:defRPr sz="1004"/>
            </a:lvl7pPr>
            <a:lvl8pPr marL="3212882" indent="0">
              <a:buNone/>
              <a:defRPr sz="1004"/>
            </a:lvl8pPr>
            <a:lvl9pPr marL="3671865" indent="0">
              <a:buNone/>
              <a:defRPr sz="100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FEB8E-2718-4465-8CCF-70A494D0B418}" type="datetimeFigureOut">
              <a:rPr lang="zh-CN" altLang="en-US" smtClean="0"/>
              <a:t>2025/12/4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95FB0-C31F-4C60-8BEF-9BA4DF8B45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688097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3069" y="479954"/>
            <a:ext cx="3947597" cy="1679840"/>
          </a:xfrm>
        </p:spPr>
        <p:txBody>
          <a:bodyPr anchor="b"/>
          <a:lstStyle>
            <a:lvl1pPr>
              <a:defRPr sz="3212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203435" y="1036569"/>
            <a:ext cx="6196310" cy="5116178"/>
          </a:xfrm>
        </p:spPr>
        <p:txBody>
          <a:bodyPr anchor="t"/>
          <a:lstStyle>
            <a:lvl1pPr marL="0" indent="0">
              <a:buNone/>
              <a:defRPr sz="3212"/>
            </a:lvl1pPr>
            <a:lvl2pPr marL="458983" indent="0">
              <a:buNone/>
              <a:defRPr sz="2811"/>
            </a:lvl2pPr>
            <a:lvl3pPr marL="917966" indent="0">
              <a:buNone/>
              <a:defRPr sz="2409"/>
            </a:lvl3pPr>
            <a:lvl4pPr marL="1376949" indent="0">
              <a:buNone/>
              <a:defRPr sz="2008"/>
            </a:lvl4pPr>
            <a:lvl5pPr marL="1835932" indent="0">
              <a:buNone/>
              <a:defRPr sz="2008"/>
            </a:lvl5pPr>
            <a:lvl6pPr marL="2294915" indent="0">
              <a:buNone/>
              <a:defRPr sz="2008"/>
            </a:lvl6pPr>
            <a:lvl7pPr marL="2753898" indent="0">
              <a:buNone/>
              <a:defRPr sz="2008"/>
            </a:lvl7pPr>
            <a:lvl8pPr marL="3212882" indent="0">
              <a:buNone/>
              <a:defRPr sz="2008"/>
            </a:lvl8pPr>
            <a:lvl9pPr marL="3671865" indent="0">
              <a:buNone/>
              <a:defRPr sz="2008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3069" y="2159794"/>
            <a:ext cx="3947597" cy="4001285"/>
          </a:xfrm>
        </p:spPr>
        <p:txBody>
          <a:bodyPr/>
          <a:lstStyle>
            <a:lvl1pPr marL="0" indent="0">
              <a:buNone/>
              <a:defRPr sz="1606"/>
            </a:lvl1pPr>
            <a:lvl2pPr marL="458983" indent="0">
              <a:buNone/>
              <a:defRPr sz="1405"/>
            </a:lvl2pPr>
            <a:lvl3pPr marL="917966" indent="0">
              <a:buNone/>
              <a:defRPr sz="1205"/>
            </a:lvl3pPr>
            <a:lvl4pPr marL="1376949" indent="0">
              <a:buNone/>
              <a:defRPr sz="1004"/>
            </a:lvl4pPr>
            <a:lvl5pPr marL="1835932" indent="0">
              <a:buNone/>
              <a:defRPr sz="1004"/>
            </a:lvl5pPr>
            <a:lvl6pPr marL="2294915" indent="0">
              <a:buNone/>
              <a:defRPr sz="1004"/>
            </a:lvl6pPr>
            <a:lvl7pPr marL="2753898" indent="0">
              <a:buNone/>
              <a:defRPr sz="1004"/>
            </a:lvl7pPr>
            <a:lvl8pPr marL="3212882" indent="0">
              <a:buNone/>
              <a:defRPr sz="1004"/>
            </a:lvl8pPr>
            <a:lvl9pPr marL="3671865" indent="0">
              <a:buNone/>
              <a:defRPr sz="100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FEB8E-2718-4465-8CCF-70A494D0B418}" type="datetimeFigureOut">
              <a:rPr lang="zh-CN" altLang="en-US" smtClean="0"/>
              <a:t>2025/12/4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95FB0-C31F-4C60-8BEF-9BA4DF8B45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151095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FEB8E-2718-4465-8CCF-70A494D0B418}" type="datetimeFigureOut">
              <a:rPr lang="zh-CN" altLang="en-US" smtClean="0"/>
              <a:t>2025/12/4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95FB0-C31F-4C60-8BEF-9BA4DF8B45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14015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58982" y="383297"/>
            <a:ext cx="2639169" cy="610108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41474" y="383297"/>
            <a:ext cx="7764512" cy="610108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FEB8E-2718-4465-8CCF-70A494D0B418}" type="datetimeFigureOut">
              <a:rPr lang="zh-CN" altLang="en-US" smtClean="0"/>
              <a:t>2025/12/4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95FB0-C31F-4C60-8BEF-9BA4DF8B45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863927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41474" y="383297"/>
            <a:ext cx="10556677" cy="13915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1474" y="1916484"/>
            <a:ext cx="10556677" cy="45678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41474" y="6672697"/>
            <a:ext cx="2753916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6FEB8E-2718-4465-8CCF-70A494D0B418}" type="datetimeFigureOut">
              <a:rPr lang="zh-CN" altLang="en-US" smtClean="0"/>
              <a:t>2025/12/4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54376" y="6672697"/>
            <a:ext cx="4130873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4235" y="6672697"/>
            <a:ext cx="2753916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B95FB0-C31F-4C60-8BEF-9BA4DF8B45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01130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7966" rtl="0" eaLnBrk="1" latinLnBrk="0" hangingPunct="1">
        <a:lnSpc>
          <a:spcPct val="90000"/>
        </a:lnSpc>
        <a:spcBef>
          <a:spcPct val="0"/>
        </a:spcBef>
        <a:buNone/>
        <a:defRPr sz="441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9492" indent="-229492" algn="l" defTabSz="917966" rtl="0" eaLnBrk="1" latinLnBrk="0" hangingPunct="1">
        <a:lnSpc>
          <a:spcPct val="90000"/>
        </a:lnSpc>
        <a:spcBef>
          <a:spcPts val="1004"/>
        </a:spcBef>
        <a:buFont typeface="Arial" panose="020B0604020202020204" pitchFamily="34" charset="0"/>
        <a:buChar char="•"/>
        <a:defRPr sz="2811" kern="1200">
          <a:solidFill>
            <a:schemeClr val="tx1"/>
          </a:solidFill>
          <a:latin typeface="+mn-lt"/>
          <a:ea typeface="+mn-ea"/>
          <a:cs typeface="+mn-cs"/>
        </a:defRPr>
      </a:lvl1pPr>
      <a:lvl2pPr marL="688475" indent="-229492" algn="l" defTabSz="917966" rtl="0" eaLnBrk="1" latinLnBrk="0" hangingPunct="1">
        <a:lnSpc>
          <a:spcPct val="90000"/>
        </a:lnSpc>
        <a:spcBef>
          <a:spcPts val="502"/>
        </a:spcBef>
        <a:buFont typeface="Arial" panose="020B0604020202020204" pitchFamily="34" charset="0"/>
        <a:buChar char="•"/>
        <a:defRPr sz="2409" kern="1200">
          <a:solidFill>
            <a:schemeClr val="tx1"/>
          </a:solidFill>
          <a:latin typeface="+mn-lt"/>
          <a:ea typeface="+mn-ea"/>
          <a:cs typeface="+mn-cs"/>
        </a:defRPr>
      </a:lvl2pPr>
      <a:lvl3pPr marL="1147458" indent="-229492" algn="l" defTabSz="917966" rtl="0" eaLnBrk="1" latinLnBrk="0" hangingPunct="1">
        <a:lnSpc>
          <a:spcPct val="90000"/>
        </a:lnSpc>
        <a:spcBef>
          <a:spcPts val="502"/>
        </a:spcBef>
        <a:buFont typeface="Arial" panose="020B0604020202020204" pitchFamily="34" charset="0"/>
        <a:buChar char="•"/>
        <a:defRPr sz="2008" kern="1200">
          <a:solidFill>
            <a:schemeClr val="tx1"/>
          </a:solidFill>
          <a:latin typeface="+mn-lt"/>
          <a:ea typeface="+mn-ea"/>
          <a:cs typeface="+mn-cs"/>
        </a:defRPr>
      </a:lvl3pPr>
      <a:lvl4pPr marL="1606441" indent="-229492" algn="l" defTabSz="917966" rtl="0" eaLnBrk="1" latinLnBrk="0" hangingPunct="1">
        <a:lnSpc>
          <a:spcPct val="90000"/>
        </a:lnSpc>
        <a:spcBef>
          <a:spcPts val="502"/>
        </a:spcBef>
        <a:buFont typeface="Arial" panose="020B0604020202020204" pitchFamily="34" charset="0"/>
        <a:buChar char="•"/>
        <a:defRPr sz="1807" kern="1200">
          <a:solidFill>
            <a:schemeClr val="tx1"/>
          </a:solidFill>
          <a:latin typeface="+mn-lt"/>
          <a:ea typeface="+mn-ea"/>
          <a:cs typeface="+mn-cs"/>
        </a:defRPr>
      </a:lvl4pPr>
      <a:lvl5pPr marL="2065424" indent="-229492" algn="l" defTabSz="917966" rtl="0" eaLnBrk="1" latinLnBrk="0" hangingPunct="1">
        <a:lnSpc>
          <a:spcPct val="90000"/>
        </a:lnSpc>
        <a:spcBef>
          <a:spcPts val="502"/>
        </a:spcBef>
        <a:buFont typeface="Arial" panose="020B0604020202020204" pitchFamily="34" charset="0"/>
        <a:buChar char="•"/>
        <a:defRPr sz="1807" kern="1200">
          <a:solidFill>
            <a:schemeClr val="tx1"/>
          </a:solidFill>
          <a:latin typeface="+mn-lt"/>
          <a:ea typeface="+mn-ea"/>
          <a:cs typeface="+mn-cs"/>
        </a:defRPr>
      </a:lvl5pPr>
      <a:lvl6pPr marL="2524407" indent="-229492" algn="l" defTabSz="917966" rtl="0" eaLnBrk="1" latinLnBrk="0" hangingPunct="1">
        <a:lnSpc>
          <a:spcPct val="90000"/>
        </a:lnSpc>
        <a:spcBef>
          <a:spcPts val="502"/>
        </a:spcBef>
        <a:buFont typeface="Arial" panose="020B0604020202020204" pitchFamily="34" charset="0"/>
        <a:buChar char="•"/>
        <a:defRPr sz="1807" kern="1200">
          <a:solidFill>
            <a:schemeClr val="tx1"/>
          </a:solidFill>
          <a:latin typeface="+mn-lt"/>
          <a:ea typeface="+mn-ea"/>
          <a:cs typeface="+mn-cs"/>
        </a:defRPr>
      </a:lvl6pPr>
      <a:lvl7pPr marL="2983390" indent="-229492" algn="l" defTabSz="917966" rtl="0" eaLnBrk="1" latinLnBrk="0" hangingPunct="1">
        <a:lnSpc>
          <a:spcPct val="90000"/>
        </a:lnSpc>
        <a:spcBef>
          <a:spcPts val="502"/>
        </a:spcBef>
        <a:buFont typeface="Arial" panose="020B0604020202020204" pitchFamily="34" charset="0"/>
        <a:buChar char="•"/>
        <a:defRPr sz="1807" kern="1200">
          <a:solidFill>
            <a:schemeClr val="tx1"/>
          </a:solidFill>
          <a:latin typeface="+mn-lt"/>
          <a:ea typeface="+mn-ea"/>
          <a:cs typeface="+mn-cs"/>
        </a:defRPr>
      </a:lvl7pPr>
      <a:lvl8pPr marL="3442373" indent="-229492" algn="l" defTabSz="917966" rtl="0" eaLnBrk="1" latinLnBrk="0" hangingPunct="1">
        <a:lnSpc>
          <a:spcPct val="90000"/>
        </a:lnSpc>
        <a:spcBef>
          <a:spcPts val="502"/>
        </a:spcBef>
        <a:buFont typeface="Arial" panose="020B0604020202020204" pitchFamily="34" charset="0"/>
        <a:buChar char="•"/>
        <a:defRPr sz="1807" kern="1200">
          <a:solidFill>
            <a:schemeClr val="tx1"/>
          </a:solidFill>
          <a:latin typeface="+mn-lt"/>
          <a:ea typeface="+mn-ea"/>
          <a:cs typeface="+mn-cs"/>
        </a:defRPr>
      </a:lvl8pPr>
      <a:lvl9pPr marL="3901356" indent="-229492" algn="l" defTabSz="917966" rtl="0" eaLnBrk="1" latinLnBrk="0" hangingPunct="1">
        <a:lnSpc>
          <a:spcPct val="90000"/>
        </a:lnSpc>
        <a:spcBef>
          <a:spcPts val="502"/>
        </a:spcBef>
        <a:buFont typeface="Arial" panose="020B0604020202020204" pitchFamily="34" charset="0"/>
        <a:buChar char="•"/>
        <a:defRPr sz="180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7966" rtl="0" eaLnBrk="1" latinLnBrk="0" hangingPunct="1">
        <a:defRPr sz="1807" kern="1200">
          <a:solidFill>
            <a:schemeClr val="tx1"/>
          </a:solidFill>
          <a:latin typeface="+mn-lt"/>
          <a:ea typeface="+mn-ea"/>
          <a:cs typeface="+mn-cs"/>
        </a:defRPr>
      </a:lvl1pPr>
      <a:lvl2pPr marL="458983" algn="l" defTabSz="917966" rtl="0" eaLnBrk="1" latinLnBrk="0" hangingPunct="1">
        <a:defRPr sz="1807" kern="1200">
          <a:solidFill>
            <a:schemeClr val="tx1"/>
          </a:solidFill>
          <a:latin typeface="+mn-lt"/>
          <a:ea typeface="+mn-ea"/>
          <a:cs typeface="+mn-cs"/>
        </a:defRPr>
      </a:lvl2pPr>
      <a:lvl3pPr marL="917966" algn="l" defTabSz="917966" rtl="0" eaLnBrk="1" latinLnBrk="0" hangingPunct="1">
        <a:defRPr sz="1807" kern="1200">
          <a:solidFill>
            <a:schemeClr val="tx1"/>
          </a:solidFill>
          <a:latin typeface="+mn-lt"/>
          <a:ea typeface="+mn-ea"/>
          <a:cs typeface="+mn-cs"/>
        </a:defRPr>
      </a:lvl3pPr>
      <a:lvl4pPr marL="1376949" algn="l" defTabSz="917966" rtl="0" eaLnBrk="1" latinLnBrk="0" hangingPunct="1">
        <a:defRPr sz="1807" kern="1200">
          <a:solidFill>
            <a:schemeClr val="tx1"/>
          </a:solidFill>
          <a:latin typeface="+mn-lt"/>
          <a:ea typeface="+mn-ea"/>
          <a:cs typeface="+mn-cs"/>
        </a:defRPr>
      </a:lvl4pPr>
      <a:lvl5pPr marL="1835932" algn="l" defTabSz="917966" rtl="0" eaLnBrk="1" latinLnBrk="0" hangingPunct="1">
        <a:defRPr sz="1807" kern="1200">
          <a:solidFill>
            <a:schemeClr val="tx1"/>
          </a:solidFill>
          <a:latin typeface="+mn-lt"/>
          <a:ea typeface="+mn-ea"/>
          <a:cs typeface="+mn-cs"/>
        </a:defRPr>
      </a:lvl5pPr>
      <a:lvl6pPr marL="2294915" algn="l" defTabSz="917966" rtl="0" eaLnBrk="1" latinLnBrk="0" hangingPunct="1">
        <a:defRPr sz="1807" kern="1200">
          <a:solidFill>
            <a:schemeClr val="tx1"/>
          </a:solidFill>
          <a:latin typeface="+mn-lt"/>
          <a:ea typeface="+mn-ea"/>
          <a:cs typeface="+mn-cs"/>
        </a:defRPr>
      </a:lvl6pPr>
      <a:lvl7pPr marL="2753898" algn="l" defTabSz="917966" rtl="0" eaLnBrk="1" latinLnBrk="0" hangingPunct="1">
        <a:defRPr sz="1807" kern="1200">
          <a:solidFill>
            <a:schemeClr val="tx1"/>
          </a:solidFill>
          <a:latin typeface="+mn-lt"/>
          <a:ea typeface="+mn-ea"/>
          <a:cs typeface="+mn-cs"/>
        </a:defRPr>
      </a:lvl7pPr>
      <a:lvl8pPr marL="3212882" algn="l" defTabSz="917966" rtl="0" eaLnBrk="1" latinLnBrk="0" hangingPunct="1">
        <a:defRPr sz="1807" kern="1200">
          <a:solidFill>
            <a:schemeClr val="tx1"/>
          </a:solidFill>
          <a:latin typeface="+mn-lt"/>
          <a:ea typeface="+mn-ea"/>
          <a:cs typeface="+mn-cs"/>
        </a:defRPr>
      </a:lvl8pPr>
      <a:lvl9pPr marL="3671865" algn="l" defTabSz="917966" rtl="0" eaLnBrk="1" latinLnBrk="0" hangingPunct="1">
        <a:defRPr sz="180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rabbit made out of colorful squares&#10;&#10;Description automatically generated">
            <a:extLst>
              <a:ext uri="{FF2B5EF4-FFF2-40B4-BE49-F238E27FC236}">
                <a16:creationId xmlns:a16="http://schemas.microsoft.com/office/drawing/2014/main" id="{69227387-B86C-28FF-7163-44A23B75E0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0595" y="111707"/>
            <a:ext cx="7223992" cy="6975899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6A2BB048-9269-CE94-A8DC-FFAE6B5DB175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7186173" y="2920586"/>
            <a:ext cx="6790705" cy="1358140"/>
            <a:chOff x="2084150" y="16993184"/>
            <a:chExt cx="10800000" cy="2160000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E99A6F2C-C283-A171-6321-BD431F0A9A08}"/>
                </a:ext>
              </a:extLst>
            </p:cNvPr>
            <p:cNvSpPr/>
            <p:nvPr/>
          </p:nvSpPr>
          <p:spPr>
            <a:xfrm rot="16200000">
              <a:off x="6404150" y="12673184"/>
              <a:ext cx="2160000" cy="10800000"/>
            </a:xfrm>
            <a:prstGeom prst="roundRect">
              <a:avLst>
                <a:gd name="adj" fmla="val 4375"/>
              </a:avLst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" name="Picture 4" descr="A green square with black border&#10;&#10;Description automatically generated">
              <a:extLst>
                <a:ext uri="{FF2B5EF4-FFF2-40B4-BE49-F238E27FC236}">
                  <a16:creationId xmlns:a16="http://schemas.microsoft.com/office/drawing/2014/main" id="{EAF799B8-C38A-599A-822F-4778554A0C1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55792" y="17585541"/>
              <a:ext cx="1438301" cy="975286"/>
            </a:xfrm>
            <a:prstGeom prst="rect">
              <a:avLst/>
            </a:prstGeom>
          </p:spPr>
        </p:pic>
        <p:pic>
          <p:nvPicPr>
            <p:cNvPr id="6" name="Picture 5" descr="A yellow square with black border&#10;&#10;Description automatically generated">
              <a:extLst>
                <a:ext uri="{FF2B5EF4-FFF2-40B4-BE49-F238E27FC236}">
                  <a16:creationId xmlns:a16="http://schemas.microsoft.com/office/drawing/2014/main" id="{C4F71141-ABF1-3C45-E408-8DD8441DC4F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36992" y="17585541"/>
              <a:ext cx="975286" cy="975286"/>
            </a:xfrm>
            <a:prstGeom prst="rect">
              <a:avLst/>
            </a:prstGeom>
          </p:spPr>
        </p:pic>
        <p:pic>
          <p:nvPicPr>
            <p:cNvPr id="7" name="Picture 6" descr="A purple square with black border&#10;&#10;Description automatically generated">
              <a:extLst>
                <a:ext uri="{FF2B5EF4-FFF2-40B4-BE49-F238E27FC236}">
                  <a16:creationId xmlns:a16="http://schemas.microsoft.com/office/drawing/2014/main" id="{EA525AC1-DCF8-4909-8DBC-ED0DF5FA8AD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5913452" y="17354034"/>
              <a:ext cx="1428582" cy="1438301"/>
            </a:xfrm>
            <a:prstGeom prst="rect">
              <a:avLst/>
            </a:prstGeom>
          </p:spPr>
        </p:pic>
        <p:pic>
          <p:nvPicPr>
            <p:cNvPr id="8" name="Picture 7" descr="A drawing of a square object&#10;&#10;Description automatically generated with medium confidence">
              <a:extLst>
                <a:ext uri="{FF2B5EF4-FFF2-40B4-BE49-F238E27FC236}">
                  <a16:creationId xmlns:a16="http://schemas.microsoft.com/office/drawing/2014/main" id="{D295852D-9D45-7212-4FF5-A44EDFEFC74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61192" y="17593191"/>
              <a:ext cx="1412465" cy="959987"/>
            </a:xfrm>
            <a:prstGeom prst="rect">
              <a:avLst/>
            </a:prstGeom>
          </p:spPr>
        </p:pic>
        <p:pic>
          <p:nvPicPr>
            <p:cNvPr id="9" name="Picture 8" descr="A blue rectangular object with black border&#10;&#10;Description automatically generated">
              <a:extLst>
                <a:ext uri="{FF2B5EF4-FFF2-40B4-BE49-F238E27FC236}">
                  <a16:creationId xmlns:a16="http://schemas.microsoft.com/office/drawing/2014/main" id="{EB48743C-73DC-BECC-DAF7-8E439F3240B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38223" y="17370916"/>
              <a:ext cx="954598" cy="1404536"/>
            </a:xfrm>
            <a:prstGeom prst="rect">
              <a:avLst/>
            </a:prstGeom>
          </p:spPr>
        </p:pic>
        <p:pic>
          <p:nvPicPr>
            <p:cNvPr id="10" name="Picture 9" descr="A blue square with black border&#10;&#10;Description automatically generated">
              <a:extLst>
                <a:ext uri="{FF2B5EF4-FFF2-40B4-BE49-F238E27FC236}">
                  <a16:creationId xmlns:a16="http://schemas.microsoft.com/office/drawing/2014/main" id="{30BCE4E2-9F33-7AA3-18C0-57EF85772BB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286849" y="17370916"/>
              <a:ext cx="954598" cy="140453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228164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255</TotalTime>
  <Words>1</Words>
  <Application>Microsoft Macintosh PowerPoint</Application>
  <PresentationFormat>Custom</PresentationFormat>
  <Paragraphs>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主题</vt:lpstr>
      <vt:lpstr>PowerPoint Presentation</vt:lpstr>
    </vt:vector>
  </TitlesOfParts>
  <Company>P R 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Windows User</dc:creator>
  <cp:lastModifiedBy>Song Peng</cp:lastModifiedBy>
  <cp:revision>59</cp:revision>
  <dcterms:created xsi:type="dcterms:W3CDTF">2017-08-04T08:27:17Z</dcterms:created>
  <dcterms:modified xsi:type="dcterms:W3CDTF">2025-12-04T01:05:11Z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e298231-ee28-4c9e-9ffa-238d0040efda_Enabled">
    <vt:lpwstr>true</vt:lpwstr>
  </property>
  <property fmtid="{D5CDD505-2E9C-101B-9397-08002B2CF9AE}" pid="3" name="MSIP_Label_be298231-ee28-4c9e-9ffa-238d0040efda_SetDate">
    <vt:lpwstr>2025-12-04T01:04:15Z</vt:lpwstr>
  </property>
  <property fmtid="{D5CDD505-2E9C-101B-9397-08002B2CF9AE}" pid="4" name="MSIP_Label_be298231-ee28-4c9e-9ffa-238d0040efda_Method">
    <vt:lpwstr>Privileged</vt:lpwstr>
  </property>
  <property fmtid="{D5CDD505-2E9C-101B-9397-08002B2CF9AE}" pid="5" name="MSIP_Label_be298231-ee28-4c9e-9ffa-238d0040efda_Name">
    <vt:lpwstr>Public</vt:lpwstr>
  </property>
  <property fmtid="{D5CDD505-2E9C-101B-9397-08002B2CF9AE}" pid="6" name="MSIP_Label_be298231-ee28-4c9e-9ffa-238d0040efda_SiteId">
    <vt:lpwstr>3476b776-e990-4f72-b950-62489831623d</vt:lpwstr>
  </property>
  <property fmtid="{D5CDD505-2E9C-101B-9397-08002B2CF9AE}" pid="7" name="MSIP_Label_be298231-ee28-4c9e-9ffa-238d0040efda_ActionId">
    <vt:lpwstr>138d1485-3337-4aac-9b70-e057a1d0024c</vt:lpwstr>
  </property>
  <property fmtid="{D5CDD505-2E9C-101B-9397-08002B2CF9AE}" pid="8" name="MSIP_Label_be298231-ee28-4c9e-9ffa-238d0040efda_ContentBits">
    <vt:lpwstr>0</vt:lpwstr>
  </property>
</Properties>
</file>