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66" r:id="rId2"/>
  </p:sldIdLst>
  <p:sldSz cx="12239625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69"/>
    <p:restoredTop sz="94726"/>
  </p:normalViewPr>
  <p:slideViewPr>
    <p:cSldViewPr snapToGrid="0">
      <p:cViewPr>
        <p:scale>
          <a:sx n="59" d="100"/>
          <a:sy n="59" d="100"/>
        </p:scale>
        <p:origin x="2288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15C2A-6FB2-4C4E-8E3F-366C5B947D1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04863" y="1143000"/>
            <a:ext cx="5248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04A06-8940-0047-AAC4-AC273789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02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953" y="1178222"/>
            <a:ext cx="9179719" cy="2506427"/>
          </a:xfrm>
        </p:spPr>
        <p:txBody>
          <a:bodyPr anchor="b"/>
          <a:lstStyle>
            <a:lvl1pPr algn="ctr">
              <a:defRPr sz="602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3781306"/>
            <a:ext cx="9179719" cy="1738167"/>
          </a:xfrm>
        </p:spPr>
        <p:txBody>
          <a:bodyPr/>
          <a:lstStyle>
            <a:lvl1pPr marL="0" indent="0" algn="ctr">
              <a:buNone/>
              <a:defRPr sz="2409"/>
            </a:lvl1pPr>
            <a:lvl2pPr marL="458983" indent="0" algn="ctr">
              <a:buNone/>
              <a:defRPr sz="2008"/>
            </a:lvl2pPr>
            <a:lvl3pPr marL="917966" indent="0" algn="ctr">
              <a:buNone/>
              <a:defRPr sz="1807"/>
            </a:lvl3pPr>
            <a:lvl4pPr marL="1376949" indent="0" algn="ctr">
              <a:buNone/>
              <a:defRPr sz="1606"/>
            </a:lvl4pPr>
            <a:lvl5pPr marL="1835932" indent="0" algn="ctr">
              <a:buNone/>
              <a:defRPr sz="1606"/>
            </a:lvl5pPr>
            <a:lvl6pPr marL="2294915" indent="0" algn="ctr">
              <a:buNone/>
              <a:defRPr sz="1606"/>
            </a:lvl6pPr>
            <a:lvl7pPr marL="2753898" indent="0" algn="ctr">
              <a:buNone/>
              <a:defRPr sz="1606"/>
            </a:lvl7pPr>
            <a:lvl8pPr marL="3212882" indent="0" algn="ctr">
              <a:buNone/>
              <a:defRPr sz="1606"/>
            </a:lvl8pPr>
            <a:lvl9pPr marL="3671865" indent="0" algn="ctr">
              <a:buNone/>
              <a:defRPr sz="160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6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799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099" y="1794830"/>
            <a:ext cx="10556677" cy="2994714"/>
          </a:xfrm>
        </p:spPr>
        <p:txBody>
          <a:bodyPr anchor="b"/>
          <a:lstStyle>
            <a:lvl1pPr>
              <a:defRPr sz="602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099" y="4817875"/>
            <a:ext cx="10556677" cy="1574849"/>
          </a:xfrm>
        </p:spPr>
        <p:txBody>
          <a:bodyPr/>
          <a:lstStyle>
            <a:lvl1pPr marL="0" indent="0">
              <a:buNone/>
              <a:defRPr sz="2409">
                <a:solidFill>
                  <a:schemeClr val="tx1">
                    <a:tint val="75000"/>
                  </a:schemeClr>
                </a:solidFill>
              </a:defRPr>
            </a:lvl1pPr>
            <a:lvl2pPr marL="458983" indent="0">
              <a:buNone/>
              <a:defRPr sz="2008">
                <a:solidFill>
                  <a:schemeClr val="tx1">
                    <a:tint val="75000"/>
                  </a:schemeClr>
                </a:solidFill>
              </a:defRPr>
            </a:lvl2pPr>
            <a:lvl3pPr marL="917966" indent="0">
              <a:buNone/>
              <a:defRPr sz="1807">
                <a:solidFill>
                  <a:schemeClr val="tx1">
                    <a:tint val="75000"/>
                  </a:schemeClr>
                </a:solidFill>
              </a:defRPr>
            </a:lvl3pPr>
            <a:lvl4pPr marL="1376949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4pPr>
            <a:lvl5pPr marL="1835932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5pPr>
            <a:lvl6pPr marL="2294915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6pPr>
            <a:lvl7pPr marL="2753898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7pPr>
            <a:lvl8pPr marL="3212882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8pPr>
            <a:lvl9pPr marL="3671865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16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1916484"/>
            <a:ext cx="5201841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1916484"/>
            <a:ext cx="5201841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762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383297"/>
            <a:ext cx="10556677" cy="13915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69" y="1764832"/>
            <a:ext cx="5177935" cy="864917"/>
          </a:xfrm>
        </p:spPr>
        <p:txBody>
          <a:bodyPr anchor="b"/>
          <a:lstStyle>
            <a:lvl1pPr marL="0" indent="0">
              <a:buNone/>
              <a:defRPr sz="2409" b="1"/>
            </a:lvl1pPr>
            <a:lvl2pPr marL="458983" indent="0">
              <a:buNone/>
              <a:defRPr sz="2008" b="1"/>
            </a:lvl2pPr>
            <a:lvl3pPr marL="917966" indent="0">
              <a:buNone/>
              <a:defRPr sz="1807" b="1"/>
            </a:lvl3pPr>
            <a:lvl4pPr marL="1376949" indent="0">
              <a:buNone/>
              <a:defRPr sz="1606" b="1"/>
            </a:lvl4pPr>
            <a:lvl5pPr marL="1835932" indent="0">
              <a:buNone/>
              <a:defRPr sz="1606" b="1"/>
            </a:lvl5pPr>
            <a:lvl6pPr marL="2294915" indent="0">
              <a:buNone/>
              <a:defRPr sz="1606" b="1"/>
            </a:lvl6pPr>
            <a:lvl7pPr marL="2753898" indent="0">
              <a:buNone/>
              <a:defRPr sz="1606" b="1"/>
            </a:lvl7pPr>
            <a:lvl8pPr marL="3212882" indent="0">
              <a:buNone/>
              <a:defRPr sz="1606" b="1"/>
            </a:lvl8pPr>
            <a:lvl9pPr marL="3671865" indent="0">
              <a:buNone/>
              <a:defRPr sz="160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69" y="2629749"/>
            <a:ext cx="5177935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0" y="1764832"/>
            <a:ext cx="5203435" cy="864917"/>
          </a:xfrm>
        </p:spPr>
        <p:txBody>
          <a:bodyPr anchor="b"/>
          <a:lstStyle>
            <a:lvl1pPr marL="0" indent="0">
              <a:buNone/>
              <a:defRPr sz="2409" b="1"/>
            </a:lvl1pPr>
            <a:lvl2pPr marL="458983" indent="0">
              <a:buNone/>
              <a:defRPr sz="2008" b="1"/>
            </a:lvl2pPr>
            <a:lvl3pPr marL="917966" indent="0">
              <a:buNone/>
              <a:defRPr sz="1807" b="1"/>
            </a:lvl3pPr>
            <a:lvl4pPr marL="1376949" indent="0">
              <a:buNone/>
              <a:defRPr sz="1606" b="1"/>
            </a:lvl4pPr>
            <a:lvl5pPr marL="1835932" indent="0">
              <a:buNone/>
              <a:defRPr sz="1606" b="1"/>
            </a:lvl5pPr>
            <a:lvl6pPr marL="2294915" indent="0">
              <a:buNone/>
              <a:defRPr sz="1606" b="1"/>
            </a:lvl6pPr>
            <a:lvl7pPr marL="2753898" indent="0">
              <a:buNone/>
              <a:defRPr sz="1606" b="1"/>
            </a:lvl7pPr>
            <a:lvl8pPr marL="3212882" indent="0">
              <a:buNone/>
              <a:defRPr sz="1606" b="1"/>
            </a:lvl8pPr>
            <a:lvl9pPr marL="3671865" indent="0">
              <a:buNone/>
              <a:defRPr sz="160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0" y="2629749"/>
            <a:ext cx="5203435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32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412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33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79954"/>
            <a:ext cx="3947597" cy="1679840"/>
          </a:xfrm>
        </p:spPr>
        <p:txBody>
          <a:bodyPr anchor="b"/>
          <a:lstStyle>
            <a:lvl1pPr>
              <a:defRPr sz="32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1036569"/>
            <a:ext cx="6196310" cy="5116178"/>
          </a:xfrm>
        </p:spPr>
        <p:txBody>
          <a:bodyPr/>
          <a:lstStyle>
            <a:lvl1pPr>
              <a:defRPr sz="3212"/>
            </a:lvl1pPr>
            <a:lvl2pPr>
              <a:defRPr sz="2811"/>
            </a:lvl2pPr>
            <a:lvl3pPr>
              <a:defRPr sz="2409"/>
            </a:lvl3pPr>
            <a:lvl4pPr>
              <a:defRPr sz="2008"/>
            </a:lvl4pPr>
            <a:lvl5pPr>
              <a:defRPr sz="2008"/>
            </a:lvl5pPr>
            <a:lvl6pPr>
              <a:defRPr sz="2008"/>
            </a:lvl6pPr>
            <a:lvl7pPr>
              <a:defRPr sz="2008"/>
            </a:lvl7pPr>
            <a:lvl8pPr>
              <a:defRPr sz="2008"/>
            </a:lvl8pPr>
            <a:lvl9pPr>
              <a:defRPr sz="200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159794"/>
            <a:ext cx="3947597" cy="4001285"/>
          </a:xfrm>
        </p:spPr>
        <p:txBody>
          <a:bodyPr/>
          <a:lstStyle>
            <a:lvl1pPr marL="0" indent="0">
              <a:buNone/>
              <a:defRPr sz="1606"/>
            </a:lvl1pPr>
            <a:lvl2pPr marL="458983" indent="0">
              <a:buNone/>
              <a:defRPr sz="1405"/>
            </a:lvl2pPr>
            <a:lvl3pPr marL="917966" indent="0">
              <a:buNone/>
              <a:defRPr sz="1205"/>
            </a:lvl3pPr>
            <a:lvl4pPr marL="1376949" indent="0">
              <a:buNone/>
              <a:defRPr sz="1004"/>
            </a:lvl4pPr>
            <a:lvl5pPr marL="1835932" indent="0">
              <a:buNone/>
              <a:defRPr sz="1004"/>
            </a:lvl5pPr>
            <a:lvl6pPr marL="2294915" indent="0">
              <a:buNone/>
              <a:defRPr sz="1004"/>
            </a:lvl6pPr>
            <a:lvl7pPr marL="2753898" indent="0">
              <a:buNone/>
              <a:defRPr sz="1004"/>
            </a:lvl7pPr>
            <a:lvl8pPr marL="3212882" indent="0">
              <a:buNone/>
              <a:defRPr sz="1004"/>
            </a:lvl8pPr>
            <a:lvl9pPr marL="3671865" indent="0">
              <a:buNone/>
              <a:defRPr sz="10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809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79954"/>
            <a:ext cx="3947597" cy="1679840"/>
          </a:xfrm>
        </p:spPr>
        <p:txBody>
          <a:bodyPr anchor="b"/>
          <a:lstStyle>
            <a:lvl1pPr>
              <a:defRPr sz="32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1036569"/>
            <a:ext cx="6196310" cy="5116178"/>
          </a:xfrm>
        </p:spPr>
        <p:txBody>
          <a:bodyPr anchor="t"/>
          <a:lstStyle>
            <a:lvl1pPr marL="0" indent="0">
              <a:buNone/>
              <a:defRPr sz="3212"/>
            </a:lvl1pPr>
            <a:lvl2pPr marL="458983" indent="0">
              <a:buNone/>
              <a:defRPr sz="2811"/>
            </a:lvl2pPr>
            <a:lvl3pPr marL="917966" indent="0">
              <a:buNone/>
              <a:defRPr sz="2409"/>
            </a:lvl3pPr>
            <a:lvl4pPr marL="1376949" indent="0">
              <a:buNone/>
              <a:defRPr sz="2008"/>
            </a:lvl4pPr>
            <a:lvl5pPr marL="1835932" indent="0">
              <a:buNone/>
              <a:defRPr sz="2008"/>
            </a:lvl5pPr>
            <a:lvl6pPr marL="2294915" indent="0">
              <a:buNone/>
              <a:defRPr sz="2008"/>
            </a:lvl6pPr>
            <a:lvl7pPr marL="2753898" indent="0">
              <a:buNone/>
              <a:defRPr sz="2008"/>
            </a:lvl7pPr>
            <a:lvl8pPr marL="3212882" indent="0">
              <a:buNone/>
              <a:defRPr sz="2008"/>
            </a:lvl8pPr>
            <a:lvl9pPr marL="3671865" indent="0">
              <a:buNone/>
              <a:defRPr sz="200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159794"/>
            <a:ext cx="3947597" cy="4001285"/>
          </a:xfrm>
        </p:spPr>
        <p:txBody>
          <a:bodyPr/>
          <a:lstStyle>
            <a:lvl1pPr marL="0" indent="0">
              <a:buNone/>
              <a:defRPr sz="1606"/>
            </a:lvl1pPr>
            <a:lvl2pPr marL="458983" indent="0">
              <a:buNone/>
              <a:defRPr sz="1405"/>
            </a:lvl2pPr>
            <a:lvl3pPr marL="917966" indent="0">
              <a:buNone/>
              <a:defRPr sz="1205"/>
            </a:lvl3pPr>
            <a:lvl4pPr marL="1376949" indent="0">
              <a:buNone/>
              <a:defRPr sz="1004"/>
            </a:lvl4pPr>
            <a:lvl5pPr marL="1835932" indent="0">
              <a:buNone/>
              <a:defRPr sz="1004"/>
            </a:lvl5pPr>
            <a:lvl6pPr marL="2294915" indent="0">
              <a:buNone/>
              <a:defRPr sz="1004"/>
            </a:lvl6pPr>
            <a:lvl7pPr marL="2753898" indent="0">
              <a:buNone/>
              <a:defRPr sz="1004"/>
            </a:lvl7pPr>
            <a:lvl8pPr marL="3212882" indent="0">
              <a:buNone/>
              <a:defRPr sz="1004"/>
            </a:lvl8pPr>
            <a:lvl9pPr marL="3671865" indent="0">
              <a:buNone/>
              <a:defRPr sz="10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10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01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383297"/>
            <a:ext cx="2639169" cy="610108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4" y="383297"/>
            <a:ext cx="7764512" cy="610108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39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383297"/>
            <a:ext cx="1055667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1916484"/>
            <a:ext cx="1055667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6672697"/>
            <a:ext cx="275391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FEB8E-2718-4465-8CCF-70A494D0B418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6672697"/>
            <a:ext cx="4130873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6672697"/>
            <a:ext cx="275391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13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7966" rtl="0" eaLnBrk="1" latinLnBrk="0" hangingPunct="1">
        <a:lnSpc>
          <a:spcPct val="90000"/>
        </a:lnSpc>
        <a:spcBef>
          <a:spcPct val="0"/>
        </a:spcBef>
        <a:buNone/>
        <a:defRPr sz="44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492" indent="-229492" algn="l" defTabSz="917966" rtl="0" eaLnBrk="1" latinLnBrk="0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2811" kern="1200">
          <a:solidFill>
            <a:schemeClr val="tx1"/>
          </a:solidFill>
          <a:latin typeface="+mn-lt"/>
          <a:ea typeface="+mn-ea"/>
          <a:cs typeface="+mn-cs"/>
        </a:defRPr>
      </a:lvl1pPr>
      <a:lvl2pPr marL="688475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2409" kern="1200">
          <a:solidFill>
            <a:schemeClr val="tx1"/>
          </a:solidFill>
          <a:latin typeface="+mn-lt"/>
          <a:ea typeface="+mn-ea"/>
          <a:cs typeface="+mn-cs"/>
        </a:defRPr>
      </a:lvl2pPr>
      <a:lvl3pPr marL="1147458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2008" kern="1200">
          <a:solidFill>
            <a:schemeClr val="tx1"/>
          </a:solidFill>
          <a:latin typeface="+mn-lt"/>
          <a:ea typeface="+mn-ea"/>
          <a:cs typeface="+mn-cs"/>
        </a:defRPr>
      </a:lvl3pPr>
      <a:lvl4pPr marL="1606441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4pPr>
      <a:lvl5pPr marL="2065424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5pPr>
      <a:lvl6pPr marL="2524407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6pPr>
      <a:lvl7pPr marL="2983390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7pPr>
      <a:lvl8pPr marL="3442373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8pPr>
      <a:lvl9pPr marL="3901356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1pPr>
      <a:lvl2pPr marL="458983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2pPr>
      <a:lvl3pPr marL="917966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3pPr>
      <a:lvl4pPr marL="1376949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4pPr>
      <a:lvl5pPr marL="1835932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5pPr>
      <a:lvl6pPr marL="2294915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6pPr>
      <a:lvl7pPr marL="2753898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7pPr>
      <a:lvl8pPr marL="3212882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8pPr>
      <a:lvl9pPr marL="3671865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41A37C1-AAE4-5905-A877-3A6C1E0C8F55}"/>
              </a:ext>
            </a:extLst>
          </p:cNvPr>
          <p:cNvGrpSpPr>
            <a:grpSpLocks noChangeAspect="1"/>
          </p:cNvGrpSpPr>
          <p:nvPr/>
        </p:nvGrpSpPr>
        <p:grpSpPr>
          <a:xfrm>
            <a:off x="-2635216" y="-1346306"/>
            <a:ext cx="16024647" cy="10200974"/>
            <a:chOff x="771409" y="2740782"/>
            <a:chExt cx="7152192" cy="455294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CEB3A0C-1245-CC31-CFA6-996652F7A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5000" contrast="-4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771409" y="2740782"/>
              <a:ext cx="4552943" cy="455294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098144-2F44-0F81-F6D1-D16C04D68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7000" contrast="-4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3575391" y="2764787"/>
              <a:ext cx="4348210" cy="43482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625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主题</vt:lpstr>
      <vt:lpstr>PowerPoint Presentation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Song Peng</cp:lastModifiedBy>
  <cp:revision>77</cp:revision>
  <dcterms:created xsi:type="dcterms:W3CDTF">2017-08-04T08:27:17Z</dcterms:created>
  <dcterms:modified xsi:type="dcterms:W3CDTF">2026-08-28T13:15:45Z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2026-03-30T00:50:21Z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1a1efc62-5db8-4340-9c77-1955e091bad6</vt:lpwstr>
  </property>
  <property fmtid="{D5CDD505-2E9C-101B-9397-08002B2CF9AE}" pid="8" name="MSIP_Label_be298231-ee28-4c9e-9ffa-238d0040efda_ContentBits">
    <vt:lpwstr>0</vt:lpwstr>
  </property>
</Properties>
</file>